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30276000" cx="2138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536">
          <p15:clr>
            <a:srgbClr val="747775"/>
          </p15:clr>
        </p15:guide>
        <p15:guide id="2" pos="673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536" orient="horz"/>
        <p:guide pos="673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8362" y="685800"/>
            <a:ext cx="242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18362" y="685800"/>
            <a:ext cx="242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728956" y="4382765"/>
            <a:ext cx="19926300" cy="12081900"/>
          </a:xfrm>
          <a:prstGeom prst="rect">
            <a:avLst/>
          </a:prstGeom>
        </p:spPr>
        <p:txBody>
          <a:bodyPr anchorCtr="0" anchor="b" bIns="328500" lIns="328500" spcFirstLastPara="1" rIns="328500" wrap="square" tIns="328500">
            <a:normAutofit/>
          </a:bodyPr>
          <a:lstStyle>
            <a:lvl1pPr lvl="0" algn="ctr">
              <a:spcBef>
                <a:spcPts val="0"/>
              </a:spcBef>
              <a:spcAft>
                <a:spcPts val="0"/>
              </a:spcAft>
              <a:buSzPts val="18700"/>
              <a:buNone/>
              <a:defRPr sz="18700"/>
            </a:lvl1pPr>
            <a:lvl2pPr lvl="1" algn="ctr">
              <a:spcBef>
                <a:spcPts val="0"/>
              </a:spcBef>
              <a:spcAft>
                <a:spcPts val="0"/>
              </a:spcAft>
              <a:buSzPts val="18700"/>
              <a:buNone/>
              <a:defRPr sz="18700"/>
            </a:lvl2pPr>
            <a:lvl3pPr lvl="2" algn="ctr">
              <a:spcBef>
                <a:spcPts val="0"/>
              </a:spcBef>
              <a:spcAft>
                <a:spcPts val="0"/>
              </a:spcAft>
              <a:buSzPts val="18700"/>
              <a:buNone/>
              <a:defRPr sz="18700"/>
            </a:lvl3pPr>
            <a:lvl4pPr lvl="3" algn="ctr">
              <a:spcBef>
                <a:spcPts val="0"/>
              </a:spcBef>
              <a:spcAft>
                <a:spcPts val="0"/>
              </a:spcAft>
              <a:buSzPts val="18700"/>
              <a:buNone/>
              <a:defRPr sz="18700"/>
            </a:lvl4pPr>
            <a:lvl5pPr lvl="4" algn="ctr">
              <a:spcBef>
                <a:spcPts val="0"/>
              </a:spcBef>
              <a:spcAft>
                <a:spcPts val="0"/>
              </a:spcAft>
              <a:buSzPts val="18700"/>
              <a:buNone/>
              <a:defRPr sz="18700"/>
            </a:lvl5pPr>
            <a:lvl6pPr lvl="5" algn="ctr">
              <a:spcBef>
                <a:spcPts val="0"/>
              </a:spcBef>
              <a:spcAft>
                <a:spcPts val="0"/>
              </a:spcAft>
              <a:buSzPts val="18700"/>
              <a:buNone/>
              <a:defRPr sz="18700"/>
            </a:lvl6pPr>
            <a:lvl7pPr lvl="6" algn="ctr">
              <a:spcBef>
                <a:spcPts val="0"/>
              </a:spcBef>
              <a:spcAft>
                <a:spcPts val="0"/>
              </a:spcAft>
              <a:buSzPts val="18700"/>
              <a:buNone/>
              <a:defRPr sz="18700"/>
            </a:lvl7pPr>
            <a:lvl8pPr lvl="7" algn="ctr">
              <a:spcBef>
                <a:spcPts val="0"/>
              </a:spcBef>
              <a:spcAft>
                <a:spcPts val="0"/>
              </a:spcAft>
              <a:buSzPts val="18700"/>
              <a:buNone/>
              <a:defRPr sz="18700"/>
            </a:lvl8pPr>
            <a:lvl9pPr lvl="8" algn="ctr">
              <a:spcBef>
                <a:spcPts val="0"/>
              </a:spcBef>
              <a:spcAft>
                <a:spcPts val="0"/>
              </a:spcAft>
              <a:buSzPts val="18700"/>
              <a:buNone/>
              <a:defRPr sz="18700"/>
            </a:lvl9pPr>
          </a:lstStyle>
          <a:p/>
        </p:txBody>
      </p:sp>
      <p:sp>
        <p:nvSpPr>
          <p:cNvPr id="11" name="Google Shape;11;p2"/>
          <p:cNvSpPr txBox="1"/>
          <p:nvPr>
            <p:ph idx="1" type="subTitle"/>
          </p:nvPr>
        </p:nvSpPr>
        <p:spPr>
          <a:xfrm>
            <a:off x="728936" y="16682409"/>
            <a:ext cx="19926300" cy="4665300"/>
          </a:xfrm>
          <a:prstGeom prst="rect">
            <a:avLst/>
          </a:prstGeom>
        </p:spPr>
        <p:txBody>
          <a:bodyPr anchorCtr="0" anchor="t" bIns="328500" lIns="328500" spcFirstLastPara="1" rIns="328500" wrap="square" tIns="328500">
            <a:normAutofit/>
          </a:bodyPr>
          <a:lstStyle>
            <a:lvl1pPr lvl="0" algn="ctr">
              <a:lnSpc>
                <a:spcPct val="100000"/>
              </a:lnSpc>
              <a:spcBef>
                <a:spcPts val="0"/>
              </a:spcBef>
              <a:spcAft>
                <a:spcPts val="0"/>
              </a:spcAft>
              <a:buSzPts val="10100"/>
              <a:buNone/>
              <a:defRPr sz="10100"/>
            </a:lvl1pPr>
            <a:lvl2pPr lvl="1" algn="ctr">
              <a:lnSpc>
                <a:spcPct val="100000"/>
              </a:lnSpc>
              <a:spcBef>
                <a:spcPts val="0"/>
              </a:spcBef>
              <a:spcAft>
                <a:spcPts val="0"/>
              </a:spcAft>
              <a:buSzPts val="10100"/>
              <a:buNone/>
              <a:defRPr sz="10100"/>
            </a:lvl2pPr>
            <a:lvl3pPr lvl="2" algn="ctr">
              <a:lnSpc>
                <a:spcPct val="100000"/>
              </a:lnSpc>
              <a:spcBef>
                <a:spcPts val="0"/>
              </a:spcBef>
              <a:spcAft>
                <a:spcPts val="0"/>
              </a:spcAft>
              <a:buSzPts val="10100"/>
              <a:buNone/>
              <a:defRPr sz="10100"/>
            </a:lvl3pPr>
            <a:lvl4pPr lvl="3" algn="ctr">
              <a:lnSpc>
                <a:spcPct val="100000"/>
              </a:lnSpc>
              <a:spcBef>
                <a:spcPts val="0"/>
              </a:spcBef>
              <a:spcAft>
                <a:spcPts val="0"/>
              </a:spcAft>
              <a:buSzPts val="10100"/>
              <a:buNone/>
              <a:defRPr sz="10100"/>
            </a:lvl4pPr>
            <a:lvl5pPr lvl="4" algn="ctr">
              <a:lnSpc>
                <a:spcPct val="100000"/>
              </a:lnSpc>
              <a:spcBef>
                <a:spcPts val="0"/>
              </a:spcBef>
              <a:spcAft>
                <a:spcPts val="0"/>
              </a:spcAft>
              <a:buSzPts val="10100"/>
              <a:buNone/>
              <a:defRPr sz="10100"/>
            </a:lvl5pPr>
            <a:lvl6pPr lvl="5" algn="ctr">
              <a:lnSpc>
                <a:spcPct val="100000"/>
              </a:lnSpc>
              <a:spcBef>
                <a:spcPts val="0"/>
              </a:spcBef>
              <a:spcAft>
                <a:spcPts val="0"/>
              </a:spcAft>
              <a:buSzPts val="10100"/>
              <a:buNone/>
              <a:defRPr sz="10100"/>
            </a:lvl6pPr>
            <a:lvl7pPr lvl="6" algn="ctr">
              <a:lnSpc>
                <a:spcPct val="100000"/>
              </a:lnSpc>
              <a:spcBef>
                <a:spcPts val="0"/>
              </a:spcBef>
              <a:spcAft>
                <a:spcPts val="0"/>
              </a:spcAft>
              <a:buSzPts val="10100"/>
              <a:buNone/>
              <a:defRPr sz="10100"/>
            </a:lvl7pPr>
            <a:lvl8pPr lvl="7" algn="ctr">
              <a:lnSpc>
                <a:spcPct val="100000"/>
              </a:lnSpc>
              <a:spcBef>
                <a:spcPts val="0"/>
              </a:spcBef>
              <a:spcAft>
                <a:spcPts val="0"/>
              </a:spcAft>
              <a:buSzPts val="10100"/>
              <a:buNone/>
              <a:defRPr sz="10100"/>
            </a:lvl8pPr>
            <a:lvl9pPr lvl="8" algn="ctr">
              <a:lnSpc>
                <a:spcPct val="100000"/>
              </a:lnSpc>
              <a:spcBef>
                <a:spcPts val="0"/>
              </a:spcBef>
              <a:spcAft>
                <a:spcPts val="0"/>
              </a:spcAft>
              <a:buSzPts val="10100"/>
              <a:buNone/>
              <a:defRPr sz="10100"/>
            </a:lvl9pPr>
          </a:lstStyle>
          <a:p/>
        </p:txBody>
      </p:sp>
      <p:sp>
        <p:nvSpPr>
          <p:cNvPr id="12" name="Google Shape;12;p2"/>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728936" y="12660471"/>
            <a:ext cx="19926300" cy="4955100"/>
          </a:xfrm>
          <a:prstGeom prst="rect">
            <a:avLst/>
          </a:prstGeom>
        </p:spPr>
        <p:txBody>
          <a:bodyPr anchorCtr="0" anchor="ctr" bIns="328500" lIns="328500" spcFirstLastPara="1" rIns="328500" wrap="square" tIns="328500">
            <a:normAutofit/>
          </a:bodyPr>
          <a:lstStyle>
            <a:lvl1pPr lvl="0" algn="ctr">
              <a:spcBef>
                <a:spcPts val="0"/>
              </a:spcBef>
              <a:spcAft>
                <a:spcPts val="0"/>
              </a:spcAft>
              <a:buSzPts val="12900"/>
              <a:buNone/>
              <a:defRPr sz="12900"/>
            </a:lvl1pPr>
            <a:lvl2pPr lvl="1" algn="ctr">
              <a:spcBef>
                <a:spcPts val="0"/>
              </a:spcBef>
              <a:spcAft>
                <a:spcPts val="0"/>
              </a:spcAft>
              <a:buSzPts val="12900"/>
              <a:buNone/>
              <a:defRPr sz="12900"/>
            </a:lvl2pPr>
            <a:lvl3pPr lvl="2" algn="ctr">
              <a:spcBef>
                <a:spcPts val="0"/>
              </a:spcBef>
              <a:spcAft>
                <a:spcPts val="0"/>
              </a:spcAft>
              <a:buSzPts val="12900"/>
              <a:buNone/>
              <a:defRPr sz="12900"/>
            </a:lvl3pPr>
            <a:lvl4pPr lvl="3" algn="ctr">
              <a:spcBef>
                <a:spcPts val="0"/>
              </a:spcBef>
              <a:spcAft>
                <a:spcPts val="0"/>
              </a:spcAft>
              <a:buSzPts val="12900"/>
              <a:buNone/>
              <a:defRPr sz="12900"/>
            </a:lvl4pPr>
            <a:lvl5pPr lvl="4" algn="ctr">
              <a:spcBef>
                <a:spcPts val="0"/>
              </a:spcBef>
              <a:spcAft>
                <a:spcPts val="0"/>
              </a:spcAft>
              <a:buSzPts val="12900"/>
              <a:buNone/>
              <a:defRPr sz="12900"/>
            </a:lvl5pPr>
            <a:lvl6pPr lvl="5" algn="ctr">
              <a:spcBef>
                <a:spcPts val="0"/>
              </a:spcBef>
              <a:spcAft>
                <a:spcPts val="0"/>
              </a:spcAft>
              <a:buSzPts val="12900"/>
              <a:buNone/>
              <a:defRPr sz="12900"/>
            </a:lvl6pPr>
            <a:lvl7pPr lvl="6" algn="ctr">
              <a:spcBef>
                <a:spcPts val="0"/>
              </a:spcBef>
              <a:spcAft>
                <a:spcPts val="0"/>
              </a:spcAft>
              <a:buSzPts val="12900"/>
              <a:buNone/>
              <a:defRPr sz="12900"/>
            </a:lvl7pPr>
            <a:lvl8pPr lvl="7" algn="ctr">
              <a:spcBef>
                <a:spcPts val="0"/>
              </a:spcBef>
              <a:spcAft>
                <a:spcPts val="0"/>
              </a:spcAft>
              <a:buSzPts val="12900"/>
              <a:buNone/>
              <a:defRPr sz="12900"/>
            </a:lvl8pPr>
            <a:lvl9pPr lvl="8" algn="ctr">
              <a:spcBef>
                <a:spcPts val="0"/>
              </a:spcBef>
              <a:spcAft>
                <a:spcPts val="0"/>
              </a:spcAft>
              <a:buSzPts val="12900"/>
              <a:buNone/>
              <a:defRPr sz="12900"/>
            </a:lvl9pPr>
          </a:lstStyle>
          <a:p/>
        </p:txBody>
      </p:sp>
      <p:sp>
        <p:nvSpPr>
          <p:cNvPr id="15" name="Google Shape;15;p3"/>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728936" y="2619535"/>
            <a:ext cx="19926300" cy="3371100"/>
          </a:xfrm>
          <a:prstGeom prst="rect">
            <a:avLst/>
          </a:prstGeom>
        </p:spPr>
        <p:txBody>
          <a:bodyPr anchorCtr="0" anchor="t" bIns="328500" lIns="328500" spcFirstLastPara="1" rIns="328500" wrap="square" tIns="328500">
            <a:normAutofit/>
          </a:bodyPr>
          <a:lstStyle>
            <a:lvl1pPr lvl="0">
              <a:spcBef>
                <a:spcPts val="0"/>
              </a:spcBef>
              <a:spcAft>
                <a:spcPts val="0"/>
              </a:spcAft>
              <a:buSzPts val="10100"/>
              <a:buNone/>
              <a:defRPr/>
            </a:lvl1pPr>
            <a:lvl2pPr lvl="1">
              <a:spcBef>
                <a:spcPts val="0"/>
              </a:spcBef>
              <a:spcAft>
                <a:spcPts val="0"/>
              </a:spcAft>
              <a:buSzPts val="10100"/>
              <a:buNone/>
              <a:defRPr/>
            </a:lvl2pPr>
            <a:lvl3pPr lvl="2">
              <a:spcBef>
                <a:spcPts val="0"/>
              </a:spcBef>
              <a:spcAft>
                <a:spcPts val="0"/>
              </a:spcAft>
              <a:buSzPts val="10100"/>
              <a:buNone/>
              <a:defRPr/>
            </a:lvl3pPr>
            <a:lvl4pPr lvl="3">
              <a:spcBef>
                <a:spcPts val="0"/>
              </a:spcBef>
              <a:spcAft>
                <a:spcPts val="0"/>
              </a:spcAft>
              <a:buSzPts val="10100"/>
              <a:buNone/>
              <a:defRPr/>
            </a:lvl4pPr>
            <a:lvl5pPr lvl="4">
              <a:spcBef>
                <a:spcPts val="0"/>
              </a:spcBef>
              <a:spcAft>
                <a:spcPts val="0"/>
              </a:spcAft>
              <a:buSzPts val="10100"/>
              <a:buNone/>
              <a:defRPr/>
            </a:lvl5pPr>
            <a:lvl6pPr lvl="5">
              <a:spcBef>
                <a:spcPts val="0"/>
              </a:spcBef>
              <a:spcAft>
                <a:spcPts val="0"/>
              </a:spcAft>
              <a:buSzPts val="10100"/>
              <a:buNone/>
              <a:defRPr/>
            </a:lvl6pPr>
            <a:lvl7pPr lvl="6">
              <a:spcBef>
                <a:spcPts val="0"/>
              </a:spcBef>
              <a:spcAft>
                <a:spcPts val="0"/>
              </a:spcAft>
              <a:buSzPts val="10100"/>
              <a:buNone/>
              <a:defRPr/>
            </a:lvl7pPr>
            <a:lvl8pPr lvl="7">
              <a:spcBef>
                <a:spcPts val="0"/>
              </a:spcBef>
              <a:spcAft>
                <a:spcPts val="0"/>
              </a:spcAft>
              <a:buSzPts val="10100"/>
              <a:buNone/>
              <a:defRPr/>
            </a:lvl8pPr>
            <a:lvl9pPr lvl="8">
              <a:spcBef>
                <a:spcPts val="0"/>
              </a:spcBef>
              <a:spcAft>
                <a:spcPts val="0"/>
              </a:spcAft>
              <a:buSzPts val="10100"/>
              <a:buNone/>
              <a:defRPr/>
            </a:lvl9pPr>
          </a:lstStyle>
          <a:p/>
        </p:txBody>
      </p:sp>
      <p:sp>
        <p:nvSpPr>
          <p:cNvPr id="18" name="Google Shape;18;p4"/>
          <p:cNvSpPr txBox="1"/>
          <p:nvPr>
            <p:ph idx="1" type="body"/>
          </p:nvPr>
        </p:nvSpPr>
        <p:spPr>
          <a:xfrm>
            <a:off x="728936" y="6783772"/>
            <a:ext cx="19926300" cy="20109600"/>
          </a:xfrm>
          <a:prstGeom prst="rect">
            <a:avLst/>
          </a:prstGeom>
        </p:spPr>
        <p:txBody>
          <a:bodyPr anchorCtr="0" anchor="t" bIns="328500" lIns="328500" spcFirstLastPara="1" rIns="328500" wrap="square" tIns="328500">
            <a:normAutofit/>
          </a:bodyPr>
          <a:lstStyle>
            <a:lvl1pPr indent="-641350" lvl="0" marL="457200">
              <a:spcBef>
                <a:spcPts val="0"/>
              </a:spcBef>
              <a:spcAft>
                <a:spcPts val="0"/>
              </a:spcAft>
              <a:buSzPts val="6500"/>
              <a:buChar char="●"/>
              <a:defRPr/>
            </a:lvl1pPr>
            <a:lvl2pPr indent="-546100" lvl="1" marL="914400">
              <a:spcBef>
                <a:spcPts val="0"/>
              </a:spcBef>
              <a:spcAft>
                <a:spcPts val="0"/>
              </a:spcAft>
              <a:buSzPts val="5000"/>
              <a:buChar char="○"/>
              <a:defRPr/>
            </a:lvl2pPr>
            <a:lvl3pPr indent="-546100" lvl="2" marL="1371600">
              <a:spcBef>
                <a:spcPts val="0"/>
              </a:spcBef>
              <a:spcAft>
                <a:spcPts val="0"/>
              </a:spcAft>
              <a:buSzPts val="5000"/>
              <a:buChar char="■"/>
              <a:defRPr/>
            </a:lvl3pPr>
            <a:lvl4pPr indent="-546100" lvl="3" marL="1828800">
              <a:spcBef>
                <a:spcPts val="0"/>
              </a:spcBef>
              <a:spcAft>
                <a:spcPts val="0"/>
              </a:spcAft>
              <a:buSzPts val="5000"/>
              <a:buChar char="●"/>
              <a:defRPr/>
            </a:lvl4pPr>
            <a:lvl5pPr indent="-546100" lvl="4" marL="2286000">
              <a:spcBef>
                <a:spcPts val="0"/>
              </a:spcBef>
              <a:spcAft>
                <a:spcPts val="0"/>
              </a:spcAft>
              <a:buSzPts val="5000"/>
              <a:buChar char="○"/>
              <a:defRPr/>
            </a:lvl5pPr>
            <a:lvl6pPr indent="-546100" lvl="5" marL="2743200">
              <a:spcBef>
                <a:spcPts val="0"/>
              </a:spcBef>
              <a:spcAft>
                <a:spcPts val="0"/>
              </a:spcAft>
              <a:buSzPts val="5000"/>
              <a:buChar char="■"/>
              <a:defRPr/>
            </a:lvl6pPr>
            <a:lvl7pPr indent="-546100" lvl="6" marL="3200400">
              <a:spcBef>
                <a:spcPts val="0"/>
              </a:spcBef>
              <a:spcAft>
                <a:spcPts val="0"/>
              </a:spcAft>
              <a:buSzPts val="5000"/>
              <a:buChar char="●"/>
              <a:defRPr/>
            </a:lvl7pPr>
            <a:lvl8pPr indent="-546100" lvl="7" marL="3657600">
              <a:spcBef>
                <a:spcPts val="0"/>
              </a:spcBef>
              <a:spcAft>
                <a:spcPts val="0"/>
              </a:spcAft>
              <a:buSzPts val="5000"/>
              <a:buChar char="○"/>
              <a:defRPr/>
            </a:lvl8pPr>
            <a:lvl9pPr indent="-546100" lvl="8" marL="4114800">
              <a:spcBef>
                <a:spcPts val="0"/>
              </a:spcBef>
              <a:spcAft>
                <a:spcPts val="0"/>
              </a:spcAft>
              <a:buSzPts val="5000"/>
              <a:buChar char="■"/>
              <a:defRPr/>
            </a:lvl9pPr>
          </a:lstStyle>
          <a:p/>
        </p:txBody>
      </p:sp>
      <p:sp>
        <p:nvSpPr>
          <p:cNvPr id="19" name="Google Shape;19;p4"/>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728936" y="2619535"/>
            <a:ext cx="19926300" cy="3371100"/>
          </a:xfrm>
          <a:prstGeom prst="rect">
            <a:avLst/>
          </a:prstGeom>
        </p:spPr>
        <p:txBody>
          <a:bodyPr anchorCtr="0" anchor="t" bIns="328500" lIns="328500" spcFirstLastPara="1" rIns="328500" wrap="square" tIns="328500">
            <a:normAutofit/>
          </a:bodyPr>
          <a:lstStyle>
            <a:lvl1pPr lvl="0">
              <a:spcBef>
                <a:spcPts val="0"/>
              </a:spcBef>
              <a:spcAft>
                <a:spcPts val="0"/>
              </a:spcAft>
              <a:buSzPts val="10100"/>
              <a:buNone/>
              <a:defRPr/>
            </a:lvl1pPr>
            <a:lvl2pPr lvl="1">
              <a:spcBef>
                <a:spcPts val="0"/>
              </a:spcBef>
              <a:spcAft>
                <a:spcPts val="0"/>
              </a:spcAft>
              <a:buSzPts val="10100"/>
              <a:buNone/>
              <a:defRPr/>
            </a:lvl2pPr>
            <a:lvl3pPr lvl="2">
              <a:spcBef>
                <a:spcPts val="0"/>
              </a:spcBef>
              <a:spcAft>
                <a:spcPts val="0"/>
              </a:spcAft>
              <a:buSzPts val="10100"/>
              <a:buNone/>
              <a:defRPr/>
            </a:lvl3pPr>
            <a:lvl4pPr lvl="3">
              <a:spcBef>
                <a:spcPts val="0"/>
              </a:spcBef>
              <a:spcAft>
                <a:spcPts val="0"/>
              </a:spcAft>
              <a:buSzPts val="10100"/>
              <a:buNone/>
              <a:defRPr/>
            </a:lvl4pPr>
            <a:lvl5pPr lvl="4">
              <a:spcBef>
                <a:spcPts val="0"/>
              </a:spcBef>
              <a:spcAft>
                <a:spcPts val="0"/>
              </a:spcAft>
              <a:buSzPts val="10100"/>
              <a:buNone/>
              <a:defRPr/>
            </a:lvl5pPr>
            <a:lvl6pPr lvl="5">
              <a:spcBef>
                <a:spcPts val="0"/>
              </a:spcBef>
              <a:spcAft>
                <a:spcPts val="0"/>
              </a:spcAft>
              <a:buSzPts val="10100"/>
              <a:buNone/>
              <a:defRPr/>
            </a:lvl6pPr>
            <a:lvl7pPr lvl="6">
              <a:spcBef>
                <a:spcPts val="0"/>
              </a:spcBef>
              <a:spcAft>
                <a:spcPts val="0"/>
              </a:spcAft>
              <a:buSzPts val="10100"/>
              <a:buNone/>
              <a:defRPr/>
            </a:lvl7pPr>
            <a:lvl8pPr lvl="7">
              <a:spcBef>
                <a:spcPts val="0"/>
              </a:spcBef>
              <a:spcAft>
                <a:spcPts val="0"/>
              </a:spcAft>
              <a:buSzPts val="10100"/>
              <a:buNone/>
              <a:defRPr/>
            </a:lvl8pPr>
            <a:lvl9pPr lvl="8">
              <a:spcBef>
                <a:spcPts val="0"/>
              </a:spcBef>
              <a:spcAft>
                <a:spcPts val="0"/>
              </a:spcAft>
              <a:buSzPts val="10100"/>
              <a:buNone/>
              <a:defRPr/>
            </a:lvl9pPr>
          </a:lstStyle>
          <a:p/>
        </p:txBody>
      </p:sp>
      <p:sp>
        <p:nvSpPr>
          <p:cNvPr id="22" name="Google Shape;22;p5"/>
          <p:cNvSpPr txBox="1"/>
          <p:nvPr>
            <p:ph idx="1" type="body"/>
          </p:nvPr>
        </p:nvSpPr>
        <p:spPr>
          <a:xfrm>
            <a:off x="728936" y="6783772"/>
            <a:ext cx="9354000" cy="20109600"/>
          </a:xfrm>
          <a:prstGeom prst="rect">
            <a:avLst/>
          </a:prstGeom>
        </p:spPr>
        <p:txBody>
          <a:bodyPr anchorCtr="0" anchor="t" bIns="328500" lIns="328500" spcFirstLastPara="1" rIns="328500" wrap="square" tIns="328500">
            <a:normAutofit/>
          </a:bodyPr>
          <a:lstStyle>
            <a:lvl1pPr indent="-546100" lvl="0" marL="457200">
              <a:spcBef>
                <a:spcPts val="0"/>
              </a:spcBef>
              <a:spcAft>
                <a:spcPts val="0"/>
              </a:spcAft>
              <a:buSzPts val="5000"/>
              <a:buChar char="●"/>
              <a:defRPr sz="5000"/>
            </a:lvl1pPr>
            <a:lvl2pPr indent="-501650" lvl="1" marL="914400">
              <a:spcBef>
                <a:spcPts val="0"/>
              </a:spcBef>
              <a:spcAft>
                <a:spcPts val="0"/>
              </a:spcAft>
              <a:buSzPts val="4300"/>
              <a:buChar char="○"/>
              <a:defRPr sz="4300"/>
            </a:lvl2pPr>
            <a:lvl3pPr indent="-501650" lvl="2" marL="1371600">
              <a:spcBef>
                <a:spcPts val="0"/>
              </a:spcBef>
              <a:spcAft>
                <a:spcPts val="0"/>
              </a:spcAft>
              <a:buSzPts val="4300"/>
              <a:buChar char="■"/>
              <a:defRPr sz="4300"/>
            </a:lvl3pPr>
            <a:lvl4pPr indent="-501650" lvl="3" marL="1828800">
              <a:spcBef>
                <a:spcPts val="0"/>
              </a:spcBef>
              <a:spcAft>
                <a:spcPts val="0"/>
              </a:spcAft>
              <a:buSzPts val="4300"/>
              <a:buChar char="●"/>
              <a:defRPr sz="4300"/>
            </a:lvl4pPr>
            <a:lvl5pPr indent="-501650" lvl="4" marL="2286000">
              <a:spcBef>
                <a:spcPts val="0"/>
              </a:spcBef>
              <a:spcAft>
                <a:spcPts val="0"/>
              </a:spcAft>
              <a:buSzPts val="4300"/>
              <a:buChar char="○"/>
              <a:defRPr sz="4300"/>
            </a:lvl5pPr>
            <a:lvl6pPr indent="-501650" lvl="5" marL="2743200">
              <a:spcBef>
                <a:spcPts val="0"/>
              </a:spcBef>
              <a:spcAft>
                <a:spcPts val="0"/>
              </a:spcAft>
              <a:buSzPts val="4300"/>
              <a:buChar char="■"/>
              <a:defRPr sz="4300"/>
            </a:lvl6pPr>
            <a:lvl7pPr indent="-501650" lvl="6" marL="3200400">
              <a:spcBef>
                <a:spcPts val="0"/>
              </a:spcBef>
              <a:spcAft>
                <a:spcPts val="0"/>
              </a:spcAft>
              <a:buSzPts val="4300"/>
              <a:buChar char="●"/>
              <a:defRPr sz="4300"/>
            </a:lvl7pPr>
            <a:lvl8pPr indent="-501650" lvl="7" marL="3657600">
              <a:spcBef>
                <a:spcPts val="0"/>
              </a:spcBef>
              <a:spcAft>
                <a:spcPts val="0"/>
              </a:spcAft>
              <a:buSzPts val="4300"/>
              <a:buChar char="○"/>
              <a:defRPr sz="4300"/>
            </a:lvl8pPr>
            <a:lvl9pPr indent="-501650" lvl="8" marL="4114800">
              <a:spcBef>
                <a:spcPts val="0"/>
              </a:spcBef>
              <a:spcAft>
                <a:spcPts val="0"/>
              </a:spcAft>
              <a:buSzPts val="4300"/>
              <a:buChar char="■"/>
              <a:defRPr sz="4300"/>
            </a:lvl9pPr>
          </a:lstStyle>
          <a:p/>
        </p:txBody>
      </p:sp>
      <p:sp>
        <p:nvSpPr>
          <p:cNvPr id="23" name="Google Shape;23;p5"/>
          <p:cNvSpPr txBox="1"/>
          <p:nvPr>
            <p:ph idx="2" type="body"/>
          </p:nvPr>
        </p:nvSpPr>
        <p:spPr>
          <a:xfrm>
            <a:off x="11300967" y="6783772"/>
            <a:ext cx="9354000" cy="20109600"/>
          </a:xfrm>
          <a:prstGeom prst="rect">
            <a:avLst/>
          </a:prstGeom>
        </p:spPr>
        <p:txBody>
          <a:bodyPr anchorCtr="0" anchor="t" bIns="328500" lIns="328500" spcFirstLastPara="1" rIns="328500" wrap="square" tIns="328500">
            <a:normAutofit/>
          </a:bodyPr>
          <a:lstStyle>
            <a:lvl1pPr indent="-546100" lvl="0" marL="457200">
              <a:spcBef>
                <a:spcPts val="0"/>
              </a:spcBef>
              <a:spcAft>
                <a:spcPts val="0"/>
              </a:spcAft>
              <a:buSzPts val="5000"/>
              <a:buChar char="●"/>
              <a:defRPr sz="5000"/>
            </a:lvl1pPr>
            <a:lvl2pPr indent="-501650" lvl="1" marL="914400">
              <a:spcBef>
                <a:spcPts val="0"/>
              </a:spcBef>
              <a:spcAft>
                <a:spcPts val="0"/>
              </a:spcAft>
              <a:buSzPts val="4300"/>
              <a:buChar char="○"/>
              <a:defRPr sz="4300"/>
            </a:lvl2pPr>
            <a:lvl3pPr indent="-501650" lvl="2" marL="1371600">
              <a:spcBef>
                <a:spcPts val="0"/>
              </a:spcBef>
              <a:spcAft>
                <a:spcPts val="0"/>
              </a:spcAft>
              <a:buSzPts val="4300"/>
              <a:buChar char="■"/>
              <a:defRPr sz="4300"/>
            </a:lvl3pPr>
            <a:lvl4pPr indent="-501650" lvl="3" marL="1828800">
              <a:spcBef>
                <a:spcPts val="0"/>
              </a:spcBef>
              <a:spcAft>
                <a:spcPts val="0"/>
              </a:spcAft>
              <a:buSzPts val="4300"/>
              <a:buChar char="●"/>
              <a:defRPr sz="4300"/>
            </a:lvl4pPr>
            <a:lvl5pPr indent="-501650" lvl="4" marL="2286000">
              <a:spcBef>
                <a:spcPts val="0"/>
              </a:spcBef>
              <a:spcAft>
                <a:spcPts val="0"/>
              </a:spcAft>
              <a:buSzPts val="4300"/>
              <a:buChar char="○"/>
              <a:defRPr sz="4300"/>
            </a:lvl5pPr>
            <a:lvl6pPr indent="-501650" lvl="5" marL="2743200">
              <a:spcBef>
                <a:spcPts val="0"/>
              </a:spcBef>
              <a:spcAft>
                <a:spcPts val="0"/>
              </a:spcAft>
              <a:buSzPts val="4300"/>
              <a:buChar char="■"/>
              <a:defRPr sz="4300"/>
            </a:lvl6pPr>
            <a:lvl7pPr indent="-501650" lvl="6" marL="3200400">
              <a:spcBef>
                <a:spcPts val="0"/>
              </a:spcBef>
              <a:spcAft>
                <a:spcPts val="0"/>
              </a:spcAft>
              <a:buSzPts val="4300"/>
              <a:buChar char="●"/>
              <a:defRPr sz="4300"/>
            </a:lvl7pPr>
            <a:lvl8pPr indent="-501650" lvl="7" marL="3657600">
              <a:spcBef>
                <a:spcPts val="0"/>
              </a:spcBef>
              <a:spcAft>
                <a:spcPts val="0"/>
              </a:spcAft>
              <a:buSzPts val="4300"/>
              <a:buChar char="○"/>
              <a:defRPr sz="4300"/>
            </a:lvl8pPr>
            <a:lvl9pPr indent="-501650" lvl="8" marL="4114800">
              <a:spcBef>
                <a:spcPts val="0"/>
              </a:spcBef>
              <a:spcAft>
                <a:spcPts val="0"/>
              </a:spcAft>
              <a:buSzPts val="4300"/>
              <a:buChar char="■"/>
              <a:defRPr sz="4300"/>
            </a:lvl9pPr>
          </a:lstStyle>
          <a:p/>
        </p:txBody>
      </p:sp>
      <p:sp>
        <p:nvSpPr>
          <p:cNvPr id="24" name="Google Shape;24;p5"/>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728936" y="2619535"/>
            <a:ext cx="19926300" cy="3371100"/>
          </a:xfrm>
          <a:prstGeom prst="rect">
            <a:avLst/>
          </a:prstGeom>
        </p:spPr>
        <p:txBody>
          <a:bodyPr anchorCtr="0" anchor="t" bIns="328500" lIns="328500" spcFirstLastPara="1" rIns="328500" wrap="square" tIns="328500">
            <a:normAutofit/>
          </a:bodyPr>
          <a:lstStyle>
            <a:lvl1pPr lvl="0">
              <a:spcBef>
                <a:spcPts val="0"/>
              </a:spcBef>
              <a:spcAft>
                <a:spcPts val="0"/>
              </a:spcAft>
              <a:buSzPts val="10100"/>
              <a:buNone/>
              <a:defRPr/>
            </a:lvl1pPr>
            <a:lvl2pPr lvl="1">
              <a:spcBef>
                <a:spcPts val="0"/>
              </a:spcBef>
              <a:spcAft>
                <a:spcPts val="0"/>
              </a:spcAft>
              <a:buSzPts val="10100"/>
              <a:buNone/>
              <a:defRPr/>
            </a:lvl2pPr>
            <a:lvl3pPr lvl="2">
              <a:spcBef>
                <a:spcPts val="0"/>
              </a:spcBef>
              <a:spcAft>
                <a:spcPts val="0"/>
              </a:spcAft>
              <a:buSzPts val="10100"/>
              <a:buNone/>
              <a:defRPr/>
            </a:lvl3pPr>
            <a:lvl4pPr lvl="3">
              <a:spcBef>
                <a:spcPts val="0"/>
              </a:spcBef>
              <a:spcAft>
                <a:spcPts val="0"/>
              </a:spcAft>
              <a:buSzPts val="10100"/>
              <a:buNone/>
              <a:defRPr/>
            </a:lvl4pPr>
            <a:lvl5pPr lvl="4">
              <a:spcBef>
                <a:spcPts val="0"/>
              </a:spcBef>
              <a:spcAft>
                <a:spcPts val="0"/>
              </a:spcAft>
              <a:buSzPts val="10100"/>
              <a:buNone/>
              <a:defRPr/>
            </a:lvl5pPr>
            <a:lvl6pPr lvl="5">
              <a:spcBef>
                <a:spcPts val="0"/>
              </a:spcBef>
              <a:spcAft>
                <a:spcPts val="0"/>
              </a:spcAft>
              <a:buSzPts val="10100"/>
              <a:buNone/>
              <a:defRPr/>
            </a:lvl6pPr>
            <a:lvl7pPr lvl="6">
              <a:spcBef>
                <a:spcPts val="0"/>
              </a:spcBef>
              <a:spcAft>
                <a:spcPts val="0"/>
              </a:spcAft>
              <a:buSzPts val="10100"/>
              <a:buNone/>
              <a:defRPr/>
            </a:lvl7pPr>
            <a:lvl8pPr lvl="7">
              <a:spcBef>
                <a:spcPts val="0"/>
              </a:spcBef>
              <a:spcAft>
                <a:spcPts val="0"/>
              </a:spcAft>
              <a:buSzPts val="10100"/>
              <a:buNone/>
              <a:defRPr/>
            </a:lvl8pPr>
            <a:lvl9pPr lvl="8">
              <a:spcBef>
                <a:spcPts val="0"/>
              </a:spcBef>
              <a:spcAft>
                <a:spcPts val="0"/>
              </a:spcAft>
              <a:buSzPts val="10100"/>
              <a:buNone/>
              <a:defRPr/>
            </a:lvl9pPr>
          </a:lstStyle>
          <a:p/>
        </p:txBody>
      </p:sp>
      <p:sp>
        <p:nvSpPr>
          <p:cNvPr id="27" name="Google Shape;27;p6"/>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728936" y="3270408"/>
            <a:ext cx="6566700" cy="4448400"/>
          </a:xfrm>
          <a:prstGeom prst="rect">
            <a:avLst/>
          </a:prstGeom>
        </p:spPr>
        <p:txBody>
          <a:bodyPr anchorCtr="0" anchor="b" bIns="328500" lIns="328500" spcFirstLastPara="1" rIns="328500" wrap="square" tIns="328500">
            <a:normAutofit/>
          </a:bodyPr>
          <a:lstStyle>
            <a:lvl1pPr lvl="0">
              <a:spcBef>
                <a:spcPts val="0"/>
              </a:spcBef>
              <a:spcAft>
                <a:spcPts val="0"/>
              </a:spcAft>
              <a:buSzPts val="8600"/>
              <a:buNone/>
              <a:defRPr sz="8600"/>
            </a:lvl1pPr>
            <a:lvl2pPr lvl="1">
              <a:spcBef>
                <a:spcPts val="0"/>
              </a:spcBef>
              <a:spcAft>
                <a:spcPts val="0"/>
              </a:spcAft>
              <a:buSzPts val="8600"/>
              <a:buNone/>
              <a:defRPr sz="8600"/>
            </a:lvl2pPr>
            <a:lvl3pPr lvl="2">
              <a:spcBef>
                <a:spcPts val="0"/>
              </a:spcBef>
              <a:spcAft>
                <a:spcPts val="0"/>
              </a:spcAft>
              <a:buSzPts val="8600"/>
              <a:buNone/>
              <a:defRPr sz="8600"/>
            </a:lvl3pPr>
            <a:lvl4pPr lvl="3">
              <a:spcBef>
                <a:spcPts val="0"/>
              </a:spcBef>
              <a:spcAft>
                <a:spcPts val="0"/>
              </a:spcAft>
              <a:buSzPts val="8600"/>
              <a:buNone/>
              <a:defRPr sz="8600"/>
            </a:lvl4pPr>
            <a:lvl5pPr lvl="4">
              <a:spcBef>
                <a:spcPts val="0"/>
              </a:spcBef>
              <a:spcAft>
                <a:spcPts val="0"/>
              </a:spcAft>
              <a:buSzPts val="8600"/>
              <a:buNone/>
              <a:defRPr sz="8600"/>
            </a:lvl5pPr>
            <a:lvl6pPr lvl="5">
              <a:spcBef>
                <a:spcPts val="0"/>
              </a:spcBef>
              <a:spcAft>
                <a:spcPts val="0"/>
              </a:spcAft>
              <a:buSzPts val="8600"/>
              <a:buNone/>
              <a:defRPr sz="8600"/>
            </a:lvl6pPr>
            <a:lvl7pPr lvl="6">
              <a:spcBef>
                <a:spcPts val="0"/>
              </a:spcBef>
              <a:spcAft>
                <a:spcPts val="0"/>
              </a:spcAft>
              <a:buSzPts val="8600"/>
              <a:buNone/>
              <a:defRPr sz="8600"/>
            </a:lvl7pPr>
            <a:lvl8pPr lvl="7">
              <a:spcBef>
                <a:spcPts val="0"/>
              </a:spcBef>
              <a:spcAft>
                <a:spcPts val="0"/>
              </a:spcAft>
              <a:buSzPts val="8600"/>
              <a:buNone/>
              <a:defRPr sz="8600"/>
            </a:lvl8pPr>
            <a:lvl9pPr lvl="8">
              <a:spcBef>
                <a:spcPts val="0"/>
              </a:spcBef>
              <a:spcAft>
                <a:spcPts val="0"/>
              </a:spcAft>
              <a:buSzPts val="8600"/>
              <a:buNone/>
              <a:defRPr sz="8600"/>
            </a:lvl9pPr>
          </a:lstStyle>
          <a:p/>
        </p:txBody>
      </p:sp>
      <p:sp>
        <p:nvSpPr>
          <p:cNvPr id="30" name="Google Shape;30;p7"/>
          <p:cNvSpPr txBox="1"/>
          <p:nvPr>
            <p:ph idx="1" type="body"/>
          </p:nvPr>
        </p:nvSpPr>
        <p:spPr>
          <a:xfrm>
            <a:off x="728936" y="8179553"/>
            <a:ext cx="6566700" cy="18714900"/>
          </a:xfrm>
          <a:prstGeom prst="rect">
            <a:avLst/>
          </a:prstGeom>
        </p:spPr>
        <p:txBody>
          <a:bodyPr anchorCtr="0" anchor="t" bIns="328500" lIns="328500" spcFirstLastPara="1" rIns="328500" wrap="square" tIns="328500">
            <a:normAutofit/>
          </a:bodyPr>
          <a:lstStyle>
            <a:lvl1pPr indent="-501650" lvl="0" marL="457200">
              <a:spcBef>
                <a:spcPts val="0"/>
              </a:spcBef>
              <a:spcAft>
                <a:spcPts val="0"/>
              </a:spcAft>
              <a:buSzPts val="4300"/>
              <a:buChar char="●"/>
              <a:defRPr sz="4300"/>
            </a:lvl1pPr>
            <a:lvl2pPr indent="-501650" lvl="1" marL="914400">
              <a:spcBef>
                <a:spcPts val="0"/>
              </a:spcBef>
              <a:spcAft>
                <a:spcPts val="0"/>
              </a:spcAft>
              <a:buSzPts val="4300"/>
              <a:buChar char="○"/>
              <a:defRPr sz="4300"/>
            </a:lvl2pPr>
            <a:lvl3pPr indent="-501650" lvl="2" marL="1371600">
              <a:spcBef>
                <a:spcPts val="0"/>
              </a:spcBef>
              <a:spcAft>
                <a:spcPts val="0"/>
              </a:spcAft>
              <a:buSzPts val="4300"/>
              <a:buChar char="■"/>
              <a:defRPr sz="4300"/>
            </a:lvl3pPr>
            <a:lvl4pPr indent="-501650" lvl="3" marL="1828800">
              <a:spcBef>
                <a:spcPts val="0"/>
              </a:spcBef>
              <a:spcAft>
                <a:spcPts val="0"/>
              </a:spcAft>
              <a:buSzPts val="4300"/>
              <a:buChar char="●"/>
              <a:defRPr sz="4300"/>
            </a:lvl4pPr>
            <a:lvl5pPr indent="-501650" lvl="4" marL="2286000">
              <a:spcBef>
                <a:spcPts val="0"/>
              </a:spcBef>
              <a:spcAft>
                <a:spcPts val="0"/>
              </a:spcAft>
              <a:buSzPts val="4300"/>
              <a:buChar char="○"/>
              <a:defRPr sz="4300"/>
            </a:lvl5pPr>
            <a:lvl6pPr indent="-501650" lvl="5" marL="2743200">
              <a:spcBef>
                <a:spcPts val="0"/>
              </a:spcBef>
              <a:spcAft>
                <a:spcPts val="0"/>
              </a:spcAft>
              <a:buSzPts val="4300"/>
              <a:buChar char="■"/>
              <a:defRPr sz="4300"/>
            </a:lvl6pPr>
            <a:lvl7pPr indent="-501650" lvl="6" marL="3200400">
              <a:spcBef>
                <a:spcPts val="0"/>
              </a:spcBef>
              <a:spcAft>
                <a:spcPts val="0"/>
              </a:spcAft>
              <a:buSzPts val="4300"/>
              <a:buChar char="●"/>
              <a:defRPr sz="4300"/>
            </a:lvl7pPr>
            <a:lvl8pPr indent="-501650" lvl="7" marL="3657600">
              <a:spcBef>
                <a:spcPts val="0"/>
              </a:spcBef>
              <a:spcAft>
                <a:spcPts val="0"/>
              </a:spcAft>
              <a:buSzPts val="4300"/>
              <a:buChar char="○"/>
              <a:defRPr sz="4300"/>
            </a:lvl8pPr>
            <a:lvl9pPr indent="-501650" lvl="8" marL="4114800">
              <a:spcBef>
                <a:spcPts val="0"/>
              </a:spcBef>
              <a:spcAft>
                <a:spcPts val="0"/>
              </a:spcAft>
              <a:buSzPts val="4300"/>
              <a:buChar char="■"/>
              <a:defRPr sz="4300"/>
            </a:lvl9pPr>
          </a:lstStyle>
          <a:p/>
        </p:txBody>
      </p:sp>
      <p:sp>
        <p:nvSpPr>
          <p:cNvPr id="31" name="Google Shape;31;p7"/>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146490" y="2649702"/>
            <a:ext cx="14891700" cy="24079500"/>
          </a:xfrm>
          <a:prstGeom prst="rect">
            <a:avLst/>
          </a:prstGeom>
        </p:spPr>
        <p:txBody>
          <a:bodyPr anchorCtr="0" anchor="ctr" bIns="328500" lIns="328500" spcFirstLastPara="1" rIns="328500" wrap="square" tIns="328500">
            <a:normAutofit/>
          </a:bodyPr>
          <a:lstStyle>
            <a:lvl1pPr lvl="0">
              <a:spcBef>
                <a:spcPts val="0"/>
              </a:spcBef>
              <a:spcAft>
                <a:spcPts val="0"/>
              </a:spcAft>
              <a:buSzPts val="17200"/>
              <a:buNone/>
              <a:defRPr sz="17200"/>
            </a:lvl1pPr>
            <a:lvl2pPr lvl="1">
              <a:spcBef>
                <a:spcPts val="0"/>
              </a:spcBef>
              <a:spcAft>
                <a:spcPts val="0"/>
              </a:spcAft>
              <a:buSzPts val="17200"/>
              <a:buNone/>
              <a:defRPr sz="17200"/>
            </a:lvl2pPr>
            <a:lvl3pPr lvl="2">
              <a:spcBef>
                <a:spcPts val="0"/>
              </a:spcBef>
              <a:spcAft>
                <a:spcPts val="0"/>
              </a:spcAft>
              <a:buSzPts val="17200"/>
              <a:buNone/>
              <a:defRPr sz="17200"/>
            </a:lvl3pPr>
            <a:lvl4pPr lvl="3">
              <a:spcBef>
                <a:spcPts val="0"/>
              </a:spcBef>
              <a:spcAft>
                <a:spcPts val="0"/>
              </a:spcAft>
              <a:buSzPts val="17200"/>
              <a:buNone/>
              <a:defRPr sz="17200"/>
            </a:lvl4pPr>
            <a:lvl5pPr lvl="4">
              <a:spcBef>
                <a:spcPts val="0"/>
              </a:spcBef>
              <a:spcAft>
                <a:spcPts val="0"/>
              </a:spcAft>
              <a:buSzPts val="17200"/>
              <a:buNone/>
              <a:defRPr sz="17200"/>
            </a:lvl5pPr>
            <a:lvl6pPr lvl="5">
              <a:spcBef>
                <a:spcPts val="0"/>
              </a:spcBef>
              <a:spcAft>
                <a:spcPts val="0"/>
              </a:spcAft>
              <a:buSzPts val="17200"/>
              <a:buNone/>
              <a:defRPr sz="17200"/>
            </a:lvl6pPr>
            <a:lvl7pPr lvl="6">
              <a:spcBef>
                <a:spcPts val="0"/>
              </a:spcBef>
              <a:spcAft>
                <a:spcPts val="0"/>
              </a:spcAft>
              <a:buSzPts val="17200"/>
              <a:buNone/>
              <a:defRPr sz="17200"/>
            </a:lvl7pPr>
            <a:lvl8pPr lvl="7">
              <a:spcBef>
                <a:spcPts val="0"/>
              </a:spcBef>
              <a:spcAft>
                <a:spcPts val="0"/>
              </a:spcAft>
              <a:buSzPts val="17200"/>
              <a:buNone/>
              <a:defRPr sz="17200"/>
            </a:lvl8pPr>
            <a:lvl9pPr lvl="8">
              <a:spcBef>
                <a:spcPts val="0"/>
              </a:spcBef>
              <a:spcAft>
                <a:spcPts val="0"/>
              </a:spcAft>
              <a:buSzPts val="17200"/>
              <a:buNone/>
              <a:defRPr sz="17200"/>
            </a:lvl9pPr>
          </a:lstStyle>
          <a:p/>
        </p:txBody>
      </p:sp>
      <p:sp>
        <p:nvSpPr>
          <p:cNvPr id="34" name="Google Shape;34;p8"/>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0692000" y="-736"/>
            <a:ext cx="10692000" cy="30276000"/>
          </a:xfrm>
          <a:prstGeom prst="rect">
            <a:avLst/>
          </a:prstGeom>
          <a:solidFill>
            <a:schemeClr val="lt2"/>
          </a:solidFill>
          <a:ln>
            <a:noFill/>
          </a:ln>
        </p:spPr>
        <p:txBody>
          <a:bodyPr anchorCtr="0" anchor="ctr" bIns="328500" lIns="328500" spcFirstLastPara="1" rIns="328500" wrap="square" tIns="3285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620894" y="7258794"/>
            <a:ext cx="9460200" cy="8725200"/>
          </a:xfrm>
          <a:prstGeom prst="rect">
            <a:avLst/>
          </a:prstGeom>
        </p:spPr>
        <p:txBody>
          <a:bodyPr anchorCtr="0" anchor="b" bIns="328500" lIns="328500" spcFirstLastPara="1" rIns="328500" wrap="square" tIns="328500">
            <a:normAutofit/>
          </a:bodyPr>
          <a:lstStyle>
            <a:lvl1pPr lvl="0" algn="ctr">
              <a:spcBef>
                <a:spcPts val="0"/>
              </a:spcBef>
              <a:spcAft>
                <a:spcPts val="0"/>
              </a:spcAft>
              <a:buSzPts val="15100"/>
              <a:buNone/>
              <a:defRPr sz="15100"/>
            </a:lvl1pPr>
            <a:lvl2pPr lvl="1" algn="ctr">
              <a:spcBef>
                <a:spcPts val="0"/>
              </a:spcBef>
              <a:spcAft>
                <a:spcPts val="0"/>
              </a:spcAft>
              <a:buSzPts val="15100"/>
              <a:buNone/>
              <a:defRPr sz="15100"/>
            </a:lvl2pPr>
            <a:lvl3pPr lvl="2" algn="ctr">
              <a:spcBef>
                <a:spcPts val="0"/>
              </a:spcBef>
              <a:spcAft>
                <a:spcPts val="0"/>
              </a:spcAft>
              <a:buSzPts val="15100"/>
              <a:buNone/>
              <a:defRPr sz="15100"/>
            </a:lvl3pPr>
            <a:lvl4pPr lvl="3" algn="ctr">
              <a:spcBef>
                <a:spcPts val="0"/>
              </a:spcBef>
              <a:spcAft>
                <a:spcPts val="0"/>
              </a:spcAft>
              <a:buSzPts val="15100"/>
              <a:buNone/>
              <a:defRPr sz="15100"/>
            </a:lvl4pPr>
            <a:lvl5pPr lvl="4" algn="ctr">
              <a:spcBef>
                <a:spcPts val="0"/>
              </a:spcBef>
              <a:spcAft>
                <a:spcPts val="0"/>
              </a:spcAft>
              <a:buSzPts val="15100"/>
              <a:buNone/>
              <a:defRPr sz="15100"/>
            </a:lvl5pPr>
            <a:lvl6pPr lvl="5" algn="ctr">
              <a:spcBef>
                <a:spcPts val="0"/>
              </a:spcBef>
              <a:spcAft>
                <a:spcPts val="0"/>
              </a:spcAft>
              <a:buSzPts val="15100"/>
              <a:buNone/>
              <a:defRPr sz="15100"/>
            </a:lvl6pPr>
            <a:lvl7pPr lvl="6" algn="ctr">
              <a:spcBef>
                <a:spcPts val="0"/>
              </a:spcBef>
              <a:spcAft>
                <a:spcPts val="0"/>
              </a:spcAft>
              <a:buSzPts val="15100"/>
              <a:buNone/>
              <a:defRPr sz="15100"/>
            </a:lvl7pPr>
            <a:lvl8pPr lvl="7" algn="ctr">
              <a:spcBef>
                <a:spcPts val="0"/>
              </a:spcBef>
              <a:spcAft>
                <a:spcPts val="0"/>
              </a:spcAft>
              <a:buSzPts val="15100"/>
              <a:buNone/>
              <a:defRPr sz="15100"/>
            </a:lvl8pPr>
            <a:lvl9pPr lvl="8" algn="ctr">
              <a:spcBef>
                <a:spcPts val="0"/>
              </a:spcBef>
              <a:spcAft>
                <a:spcPts val="0"/>
              </a:spcAft>
              <a:buSzPts val="15100"/>
              <a:buNone/>
              <a:defRPr sz="15100"/>
            </a:lvl9pPr>
          </a:lstStyle>
          <a:p/>
        </p:txBody>
      </p:sp>
      <p:sp>
        <p:nvSpPr>
          <p:cNvPr id="38" name="Google Shape;38;p9"/>
          <p:cNvSpPr txBox="1"/>
          <p:nvPr>
            <p:ph idx="1" type="subTitle"/>
          </p:nvPr>
        </p:nvSpPr>
        <p:spPr>
          <a:xfrm>
            <a:off x="620894" y="16499640"/>
            <a:ext cx="9460200" cy="7269900"/>
          </a:xfrm>
          <a:prstGeom prst="rect">
            <a:avLst/>
          </a:prstGeom>
        </p:spPr>
        <p:txBody>
          <a:bodyPr anchorCtr="0" anchor="t" bIns="328500" lIns="328500" spcFirstLastPara="1" rIns="328500" wrap="square" tIns="32850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p:txBody>
      </p:sp>
      <p:sp>
        <p:nvSpPr>
          <p:cNvPr id="39" name="Google Shape;39;p9"/>
          <p:cNvSpPr txBox="1"/>
          <p:nvPr>
            <p:ph idx="2" type="body"/>
          </p:nvPr>
        </p:nvSpPr>
        <p:spPr>
          <a:xfrm>
            <a:off x="11551429" y="4262097"/>
            <a:ext cx="8973000" cy="21750600"/>
          </a:xfrm>
          <a:prstGeom prst="rect">
            <a:avLst/>
          </a:prstGeom>
        </p:spPr>
        <p:txBody>
          <a:bodyPr anchorCtr="0" anchor="ctr" bIns="328500" lIns="328500" spcFirstLastPara="1" rIns="328500" wrap="square" tIns="328500">
            <a:normAutofit/>
          </a:bodyPr>
          <a:lstStyle>
            <a:lvl1pPr indent="-641350" lvl="0" marL="457200">
              <a:spcBef>
                <a:spcPts val="0"/>
              </a:spcBef>
              <a:spcAft>
                <a:spcPts val="0"/>
              </a:spcAft>
              <a:buSzPts val="6500"/>
              <a:buChar char="●"/>
              <a:defRPr/>
            </a:lvl1pPr>
            <a:lvl2pPr indent="-546100" lvl="1" marL="914400">
              <a:spcBef>
                <a:spcPts val="0"/>
              </a:spcBef>
              <a:spcAft>
                <a:spcPts val="0"/>
              </a:spcAft>
              <a:buSzPts val="5000"/>
              <a:buChar char="○"/>
              <a:defRPr/>
            </a:lvl2pPr>
            <a:lvl3pPr indent="-546100" lvl="2" marL="1371600">
              <a:spcBef>
                <a:spcPts val="0"/>
              </a:spcBef>
              <a:spcAft>
                <a:spcPts val="0"/>
              </a:spcAft>
              <a:buSzPts val="5000"/>
              <a:buChar char="■"/>
              <a:defRPr/>
            </a:lvl3pPr>
            <a:lvl4pPr indent="-546100" lvl="3" marL="1828800">
              <a:spcBef>
                <a:spcPts val="0"/>
              </a:spcBef>
              <a:spcAft>
                <a:spcPts val="0"/>
              </a:spcAft>
              <a:buSzPts val="5000"/>
              <a:buChar char="●"/>
              <a:defRPr/>
            </a:lvl4pPr>
            <a:lvl5pPr indent="-546100" lvl="4" marL="2286000">
              <a:spcBef>
                <a:spcPts val="0"/>
              </a:spcBef>
              <a:spcAft>
                <a:spcPts val="0"/>
              </a:spcAft>
              <a:buSzPts val="5000"/>
              <a:buChar char="○"/>
              <a:defRPr/>
            </a:lvl5pPr>
            <a:lvl6pPr indent="-546100" lvl="5" marL="2743200">
              <a:spcBef>
                <a:spcPts val="0"/>
              </a:spcBef>
              <a:spcAft>
                <a:spcPts val="0"/>
              </a:spcAft>
              <a:buSzPts val="5000"/>
              <a:buChar char="■"/>
              <a:defRPr/>
            </a:lvl6pPr>
            <a:lvl7pPr indent="-546100" lvl="6" marL="3200400">
              <a:spcBef>
                <a:spcPts val="0"/>
              </a:spcBef>
              <a:spcAft>
                <a:spcPts val="0"/>
              </a:spcAft>
              <a:buSzPts val="5000"/>
              <a:buChar char="●"/>
              <a:defRPr/>
            </a:lvl7pPr>
            <a:lvl8pPr indent="-546100" lvl="7" marL="3657600">
              <a:spcBef>
                <a:spcPts val="0"/>
              </a:spcBef>
              <a:spcAft>
                <a:spcPts val="0"/>
              </a:spcAft>
              <a:buSzPts val="5000"/>
              <a:buChar char="○"/>
              <a:defRPr/>
            </a:lvl8pPr>
            <a:lvl9pPr indent="-546100" lvl="8" marL="4114800">
              <a:spcBef>
                <a:spcPts val="0"/>
              </a:spcBef>
              <a:spcAft>
                <a:spcPts val="0"/>
              </a:spcAft>
              <a:buSzPts val="5000"/>
              <a:buChar char="■"/>
              <a:defRPr/>
            </a:lvl9pPr>
          </a:lstStyle>
          <a:p/>
        </p:txBody>
      </p:sp>
      <p:sp>
        <p:nvSpPr>
          <p:cNvPr id="40" name="Google Shape;40;p9"/>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728936" y="24902282"/>
            <a:ext cx="14028600" cy="3561900"/>
          </a:xfrm>
          <a:prstGeom prst="rect">
            <a:avLst/>
          </a:prstGeom>
        </p:spPr>
        <p:txBody>
          <a:bodyPr anchorCtr="0" anchor="ctr" bIns="328500" lIns="328500" spcFirstLastPara="1" rIns="328500" wrap="square" tIns="328500">
            <a:normAutofit/>
          </a:bodyPr>
          <a:lstStyle>
            <a:lvl1pPr indent="-228600" lvl="0" marL="457200">
              <a:lnSpc>
                <a:spcPct val="100000"/>
              </a:lnSpc>
              <a:spcBef>
                <a:spcPts val="0"/>
              </a:spcBef>
              <a:spcAft>
                <a:spcPts val="0"/>
              </a:spcAft>
              <a:buSzPts val="6500"/>
              <a:buNone/>
              <a:defRPr/>
            </a:lvl1pPr>
          </a:lstStyle>
          <a:p/>
        </p:txBody>
      </p:sp>
      <p:sp>
        <p:nvSpPr>
          <p:cNvPr id="43" name="Google Shape;43;p10"/>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728936" y="6510944"/>
            <a:ext cx="19926300" cy="11557800"/>
          </a:xfrm>
          <a:prstGeom prst="rect">
            <a:avLst/>
          </a:prstGeom>
        </p:spPr>
        <p:txBody>
          <a:bodyPr anchorCtr="0" anchor="b" bIns="328500" lIns="328500" spcFirstLastPara="1" rIns="328500" wrap="square" tIns="328500">
            <a:normAutofit/>
          </a:bodyPr>
          <a:lstStyle>
            <a:lvl1pPr lvl="0" algn="ctr">
              <a:spcBef>
                <a:spcPts val="0"/>
              </a:spcBef>
              <a:spcAft>
                <a:spcPts val="0"/>
              </a:spcAft>
              <a:buSzPts val="43100"/>
              <a:buNone/>
              <a:defRPr sz="43100"/>
            </a:lvl1pPr>
            <a:lvl2pPr lvl="1" algn="ctr">
              <a:spcBef>
                <a:spcPts val="0"/>
              </a:spcBef>
              <a:spcAft>
                <a:spcPts val="0"/>
              </a:spcAft>
              <a:buSzPts val="43100"/>
              <a:buNone/>
              <a:defRPr sz="43100"/>
            </a:lvl2pPr>
            <a:lvl3pPr lvl="2" algn="ctr">
              <a:spcBef>
                <a:spcPts val="0"/>
              </a:spcBef>
              <a:spcAft>
                <a:spcPts val="0"/>
              </a:spcAft>
              <a:buSzPts val="43100"/>
              <a:buNone/>
              <a:defRPr sz="43100"/>
            </a:lvl3pPr>
            <a:lvl4pPr lvl="3" algn="ctr">
              <a:spcBef>
                <a:spcPts val="0"/>
              </a:spcBef>
              <a:spcAft>
                <a:spcPts val="0"/>
              </a:spcAft>
              <a:buSzPts val="43100"/>
              <a:buNone/>
              <a:defRPr sz="43100"/>
            </a:lvl4pPr>
            <a:lvl5pPr lvl="4" algn="ctr">
              <a:spcBef>
                <a:spcPts val="0"/>
              </a:spcBef>
              <a:spcAft>
                <a:spcPts val="0"/>
              </a:spcAft>
              <a:buSzPts val="43100"/>
              <a:buNone/>
              <a:defRPr sz="43100"/>
            </a:lvl5pPr>
            <a:lvl6pPr lvl="5" algn="ctr">
              <a:spcBef>
                <a:spcPts val="0"/>
              </a:spcBef>
              <a:spcAft>
                <a:spcPts val="0"/>
              </a:spcAft>
              <a:buSzPts val="43100"/>
              <a:buNone/>
              <a:defRPr sz="43100"/>
            </a:lvl6pPr>
            <a:lvl7pPr lvl="6" algn="ctr">
              <a:spcBef>
                <a:spcPts val="0"/>
              </a:spcBef>
              <a:spcAft>
                <a:spcPts val="0"/>
              </a:spcAft>
              <a:buSzPts val="43100"/>
              <a:buNone/>
              <a:defRPr sz="43100"/>
            </a:lvl7pPr>
            <a:lvl8pPr lvl="7" algn="ctr">
              <a:spcBef>
                <a:spcPts val="0"/>
              </a:spcBef>
              <a:spcAft>
                <a:spcPts val="0"/>
              </a:spcAft>
              <a:buSzPts val="43100"/>
              <a:buNone/>
              <a:defRPr sz="43100"/>
            </a:lvl8pPr>
            <a:lvl9pPr lvl="8" algn="ctr">
              <a:spcBef>
                <a:spcPts val="0"/>
              </a:spcBef>
              <a:spcAft>
                <a:spcPts val="0"/>
              </a:spcAft>
              <a:buSzPts val="43100"/>
              <a:buNone/>
              <a:defRPr sz="43100"/>
            </a:lvl9pPr>
          </a:lstStyle>
          <a:p>
            <a:r>
              <a:t>xx%</a:t>
            </a:r>
          </a:p>
        </p:txBody>
      </p:sp>
      <p:sp>
        <p:nvSpPr>
          <p:cNvPr id="46" name="Google Shape;46;p11"/>
          <p:cNvSpPr txBox="1"/>
          <p:nvPr>
            <p:ph idx="1" type="body"/>
          </p:nvPr>
        </p:nvSpPr>
        <p:spPr>
          <a:xfrm>
            <a:off x="728936" y="18554829"/>
            <a:ext cx="19926300" cy="7656900"/>
          </a:xfrm>
          <a:prstGeom prst="rect">
            <a:avLst/>
          </a:prstGeom>
        </p:spPr>
        <p:txBody>
          <a:bodyPr anchorCtr="0" anchor="t" bIns="328500" lIns="328500" spcFirstLastPara="1" rIns="328500" wrap="square" tIns="328500">
            <a:normAutofit/>
          </a:bodyPr>
          <a:lstStyle>
            <a:lvl1pPr indent="-641350" lvl="0" marL="457200" algn="ctr">
              <a:spcBef>
                <a:spcPts val="0"/>
              </a:spcBef>
              <a:spcAft>
                <a:spcPts val="0"/>
              </a:spcAft>
              <a:buSzPts val="6500"/>
              <a:buChar char="●"/>
              <a:defRPr/>
            </a:lvl1pPr>
            <a:lvl2pPr indent="-546100" lvl="1" marL="914400" algn="ctr">
              <a:spcBef>
                <a:spcPts val="0"/>
              </a:spcBef>
              <a:spcAft>
                <a:spcPts val="0"/>
              </a:spcAft>
              <a:buSzPts val="5000"/>
              <a:buChar char="○"/>
              <a:defRPr/>
            </a:lvl2pPr>
            <a:lvl3pPr indent="-546100" lvl="2" marL="1371600" algn="ctr">
              <a:spcBef>
                <a:spcPts val="0"/>
              </a:spcBef>
              <a:spcAft>
                <a:spcPts val="0"/>
              </a:spcAft>
              <a:buSzPts val="5000"/>
              <a:buChar char="■"/>
              <a:defRPr/>
            </a:lvl3pPr>
            <a:lvl4pPr indent="-546100" lvl="3" marL="1828800" algn="ctr">
              <a:spcBef>
                <a:spcPts val="0"/>
              </a:spcBef>
              <a:spcAft>
                <a:spcPts val="0"/>
              </a:spcAft>
              <a:buSzPts val="5000"/>
              <a:buChar char="●"/>
              <a:defRPr/>
            </a:lvl4pPr>
            <a:lvl5pPr indent="-546100" lvl="4" marL="2286000" algn="ctr">
              <a:spcBef>
                <a:spcPts val="0"/>
              </a:spcBef>
              <a:spcAft>
                <a:spcPts val="0"/>
              </a:spcAft>
              <a:buSzPts val="5000"/>
              <a:buChar char="○"/>
              <a:defRPr/>
            </a:lvl5pPr>
            <a:lvl6pPr indent="-546100" lvl="5" marL="2743200" algn="ctr">
              <a:spcBef>
                <a:spcPts val="0"/>
              </a:spcBef>
              <a:spcAft>
                <a:spcPts val="0"/>
              </a:spcAft>
              <a:buSzPts val="5000"/>
              <a:buChar char="■"/>
              <a:defRPr/>
            </a:lvl6pPr>
            <a:lvl7pPr indent="-546100" lvl="6" marL="3200400" algn="ctr">
              <a:spcBef>
                <a:spcPts val="0"/>
              </a:spcBef>
              <a:spcAft>
                <a:spcPts val="0"/>
              </a:spcAft>
              <a:buSzPts val="5000"/>
              <a:buChar char="●"/>
              <a:defRPr/>
            </a:lvl7pPr>
            <a:lvl8pPr indent="-546100" lvl="7" marL="3657600" algn="ctr">
              <a:spcBef>
                <a:spcPts val="0"/>
              </a:spcBef>
              <a:spcAft>
                <a:spcPts val="0"/>
              </a:spcAft>
              <a:buSzPts val="5000"/>
              <a:buChar char="○"/>
              <a:defRPr/>
            </a:lvl8pPr>
            <a:lvl9pPr indent="-546100" lvl="8" marL="4114800" algn="ctr">
              <a:spcBef>
                <a:spcPts val="0"/>
              </a:spcBef>
              <a:spcAft>
                <a:spcPts val="0"/>
              </a:spcAft>
              <a:buSzPts val="5000"/>
              <a:buChar char="■"/>
              <a:defRPr/>
            </a:lvl9pPr>
          </a:lstStyle>
          <a:p/>
        </p:txBody>
      </p:sp>
      <p:sp>
        <p:nvSpPr>
          <p:cNvPr id="47" name="Google Shape;47;p11"/>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9813543" y="27448926"/>
            <a:ext cx="1283100" cy="2316900"/>
          </a:xfrm>
          <a:prstGeom prst="rect">
            <a:avLst/>
          </a:prstGeom>
        </p:spPr>
        <p:txBody>
          <a:bodyPr anchorCtr="0" anchor="ctr" bIns="328500" lIns="328500" spcFirstLastPara="1" rIns="328500" wrap="square" tIns="328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8936" y="2619535"/>
            <a:ext cx="19926300" cy="3371100"/>
          </a:xfrm>
          <a:prstGeom prst="rect">
            <a:avLst/>
          </a:prstGeom>
          <a:noFill/>
          <a:ln>
            <a:noFill/>
          </a:ln>
        </p:spPr>
        <p:txBody>
          <a:bodyPr anchorCtr="0" anchor="t" bIns="328500" lIns="328500" spcFirstLastPara="1" rIns="328500" wrap="square" tIns="328500">
            <a:normAutofit/>
          </a:bodyPr>
          <a:lstStyle>
            <a:lvl1pPr lvl="0">
              <a:spcBef>
                <a:spcPts val="0"/>
              </a:spcBef>
              <a:spcAft>
                <a:spcPts val="0"/>
              </a:spcAft>
              <a:buClr>
                <a:schemeClr val="dk1"/>
              </a:buClr>
              <a:buSzPts val="10100"/>
              <a:buNone/>
              <a:defRPr sz="10100">
                <a:solidFill>
                  <a:schemeClr val="dk1"/>
                </a:solidFill>
              </a:defRPr>
            </a:lvl1pPr>
            <a:lvl2pPr lvl="1">
              <a:spcBef>
                <a:spcPts val="0"/>
              </a:spcBef>
              <a:spcAft>
                <a:spcPts val="0"/>
              </a:spcAft>
              <a:buClr>
                <a:schemeClr val="dk1"/>
              </a:buClr>
              <a:buSzPts val="10100"/>
              <a:buNone/>
              <a:defRPr sz="10100">
                <a:solidFill>
                  <a:schemeClr val="dk1"/>
                </a:solidFill>
              </a:defRPr>
            </a:lvl2pPr>
            <a:lvl3pPr lvl="2">
              <a:spcBef>
                <a:spcPts val="0"/>
              </a:spcBef>
              <a:spcAft>
                <a:spcPts val="0"/>
              </a:spcAft>
              <a:buClr>
                <a:schemeClr val="dk1"/>
              </a:buClr>
              <a:buSzPts val="10100"/>
              <a:buNone/>
              <a:defRPr sz="10100">
                <a:solidFill>
                  <a:schemeClr val="dk1"/>
                </a:solidFill>
              </a:defRPr>
            </a:lvl3pPr>
            <a:lvl4pPr lvl="3">
              <a:spcBef>
                <a:spcPts val="0"/>
              </a:spcBef>
              <a:spcAft>
                <a:spcPts val="0"/>
              </a:spcAft>
              <a:buClr>
                <a:schemeClr val="dk1"/>
              </a:buClr>
              <a:buSzPts val="10100"/>
              <a:buNone/>
              <a:defRPr sz="10100">
                <a:solidFill>
                  <a:schemeClr val="dk1"/>
                </a:solidFill>
              </a:defRPr>
            </a:lvl4pPr>
            <a:lvl5pPr lvl="4">
              <a:spcBef>
                <a:spcPts val="0"/>
              </a:spcBef>
              <a:spcAft>
                <a:spcPts val="0"/>
              </a:spcAft>
              <a:buClr>
                <a:schemeClr val="dk1"/>
              </a:buClr>
              <a:buSzPts val="10100"/>
              <a:buNone/>
              <a:defRPr sz="10100">
                <a:solidFill>
                  <a:schemeClr val="dk1"/>
                </a:solidFill>
              </a:defRPr>
            </a:lvl5pPr>
            <a:lvl6pPr lvl="5">
              <a:spcBef>
                <a:spcPts val="0"/>
              </a:spcBef>
              <a:spcAft>
                <a:spcPts val="0"/>
              </a:spcAft>
              <a:buClr>
                <a:schemeClr val="dk1"/>
              </a:buClr>
              <a:buSzPts val="10100"/>
              <a:buNone/>
              <a:defRPr sz="10100">
                <a:solidFill>
                  <a:schemeClr val="dk1"/>
                </a:solidFill>
              </a:defRPr>
            </a:lvl6pPr>
            <a:lvl7pPr lvl="6">
              <a:spcBef>
                <a:spcPts val="0"/>
              </a:spcBef>
              <a:spcAft>
                <a:spcPts val="0"/>
              </a:spcAft>
              <a:buClr>
                <a:schemeClr val="dk1"/>
              </a:buClr>
              <a:buSzPts val="10100"/>
              <a:buNone/>
              <a:defRPr sz="10100">
                <a:solidFill>
                  <a:schemeClr val="dk1"/>
                </a:solidFill>
              </a:defRPr>
            </a:lvl7pPr>
            <a:lvl8pPr lvl="7">
              <a:spcBef>
                <a:spcPts val="0"/>
              </a:spcBef>
              <a:spcAft>
                <a:spcPts val="0"/>
              </a:spcAft>
              <a:buClr>
                <a:schemeClr val="dk1"/>
              </a:buClr>
              <a:buSzPts val="10100"/>
              <a:buNone/>
              <a:defRPr sz="10100">
                <a:solidFill>
                  <a:schemeClr val="dk1"/>
                </a:solidFill>
              </a:defRPr>
            </a:lvl8pPr>
            <a:lvl9pPr lvl="8">
              <a:spcBef>
                <a:spcPts val="0"/>
              </a:spcBef>
              <a:spcAft>
                <a:spcPts val="0"/>
              </a:spcAft>
              <a:buClr>
                <a:schemeClr val="dk1"/>
              </a:buClr>
              <a:buSzPts val="10100"/>
              <a:buNone/>
              <a:defRPr sz="10100">
                <a:solidFill>
                  <a:schemeClr val="dk1"/>
                </a:solidFill>
              </a:defRPr>
            </a:lvl9pPr>
          </a:lstStyle>
          <a:p/>
        </p:txBody>
      </p:sp>
      <p:sp>
        <p:nvSpPr>
          <p:cNvPr id="7" name="Google Shape;7;p1"/>
          <p:cNvSpPr txBox="1"/>
          <p:nvPr>
            <p:ph idx="1" type="body"/>
          </p:nvPr>
        </p:nvSpPr>
        <p:spPr>
          <a:xfrm>
            <a:off x="728936" y="6783772"/>
            <a:ext cx="19926300" cy="20109600"/>
          </a:xfrm>
          <a:prstGeom prst="rect">
            <a:avLst/>
          </a:prstGeom>
          <a:noFill/>
          <a:ln>
            <a:noFill/>
          </a:ln>
        </p:spPr>
        <p:txBody>
          <a:bodyPr anchorCtr="0" anchor="t" bIns="328500" lIns="328500" spcFirstLastPara="1" rIns="328500" wrap="square" tIns="328500">
            <a:normAutofit/>
          </a:bodyPr>
          <a:lstStyle>
            <a:lvl1pPr indent="-641350" lvl="0" marL="457200">
              <a:lnSpc>
                <a:spcPct val="115000"/>
              </a:lnSpc>
              <a:spcBef>
                <a:spcPts val="0"/>
              </a:spcBef>
              <a:spcAft>
                <a:spcPts val="0"/>
              </a:spcAft>
              <a:buClr>
                <a:schemeClr val="dk2"/>
              </a:buClr>
              <a:buSzPts val="6500"/>
              <a:buChar char="●"/>
              <a:defRPr sz="6500">
                <a:solidFill>
                  <a:schemeClr val="dk2"/>
                </a:solidFill>
              </a:defRPr>
            </a:lvl1pPr>
            <a:lvl2pPr indent="-546100" lvl="1" marL="914400">
              <a:lnSpc>
                <a:spcPct val="115000"/>
              </a:lnSpc>
              <a:spcBef>
                <a:spcPts val="0"/>
              </a:spcBef>
              <a:spcAft>
                <a:spcPts val="0"/>
              </a:spcAft>
              <a:buClr>
                <a:schemeClr val="dk2"/>
              </a:buClr>
              <a:buSzPts val="5000"/>
              <a:buChar char="○"/>
              <a:defRPr sz="5000">
                <a:solidFill>
                  <a:schemeClr val="dk2"/>
                </a:solidFill>
              </a:defRPr>
            </a:lvl2pPr>
            <a:lvl3pPr indent="-546100" lvl="2" marL="1371600">
              <a:lnSpc>
                <a:spcPct val="115000"/>
              </a:lnSpc>
              <a:spcBef>
                <a:spcPts val="0"/>
              </a:spcBef>
              <a:spcAft>
                <a:spcPts val="0"/>
              </a:spcAft>
              <a:buClr>
                <a:schemeClr val="dk2"/>
              </a:buClr>
              <a:buSzPts val="5000"/>
              <a:buChar char="■"/>
              <a:defRPr sz="5000">
                <a:solidFill>
                  <a:schemeClr val="dk2"/>
                </a:solidFill>
              </a:defRPr>
            </a:lvl3pPr>
            <a:lvl4pPr indent="-546100" lvl="3" marL="1828800">
              <a:lnSpc>
                <a:spcPct val="115000"/>
              </a:lnSpc>
              <a:spcBef>
                <a:spcPts val="0"/>
              </a:spcBef>
              <a:spcAft>
                <a:spcPts val="0"/>
              </a:spcAft>
              <a:buClr>
                <a:schemeClr val="dk2"/>
              </a:buClr>
              <a:buSzPts val="5000"/>
              <a:buChar char="●"/>
              <a:defRPr sz="5000">
                <a:solidFill>
                  <a:schemeClr val="dk2"/>
                </a:solidFill>
              </a:defRPr>
            </a:lvl4pPr>
            <a:lvl5pPr indent="-546100" lvl="4" marL="2286000">
              <a:lnSpc>
                <a:spcPct val="115000"/>
              </a:lnSpc>
              <a:spcBef>
                <a:spcPts val="0"/>
              </a:spcBef>
              <a:spcAft>
                <a:spcPts val="0"/>
              </a:spcAft>
              <a:buClr>
                <a:schemeClr val="dk2"/>
              </a:buClr>
              <a:buSzPts val="5000"/>
              <a:buChar char="○"/>
              <a:defRPr sz="5000">
                <a:solidFill>
                  <a:schemeClr val="dk2"/>
                </a:solidFill>
              </a:defRPr>
            </a:lvl5pPr>
            <a:lvl6pPr indent="-546100" lvl="5" marL="2743200">
              <a:lnSpc>
                <a:spcPct val="115000"/>
              </a:lnSpc>
              <a:spcBef>
                <a:spcPts val="0"/>
              </a:spcBef>
              <a:spcAft>
                <a:spcPts val="0"/>
              </a:spcAft>
              <a:buClr>
                <a:schemeClr val="dk2"/>
              </a:buClr>
              <a:buSzPts val="5000"/>
              <a:buChar char="■"/>
              <a:defRPr sz="5000">
                <a:solidFill>
                  <a:schemeClr val="dk2"/>
                </a:solidFill>
              </a:defRPr>
            </a:lvl6pPr>
            <a:lvl7pPr indent="-546100" lvl="6" marL="3200400">
              <a:lnSpc>
                <a:spcPct val="115000"/>
              </a:lnSpc>
              <a:spcBef>
                <a:spcPts val="0"/>
              </a:spcBef>
              <a:spcAft>
                <a:spcPts val="0"/>
              </a:spcAft>
              <a:buClr>
                <a:schemeClr val="dk2"/>
              </a:buClr>
              <a:buSzPts val="5000"/>
              <a:buChar char="●"/>
              <a:defRPr sz="5000">
                <a:solidFill>
                  <a:schemeClr val="dk2"/>
                </a:solidFill>
              </a:defRPr>
            </a:lvl7pPr>
            <a:lvl8pPr indent="-546100" lvl="7" marL="3657600">
              <a:lnSpc>
                <a:spcPct val="115000"/>
              </a:lnSpc>
              <a:spcBef>
                <a:spcPts val="0"/>
              </a:spcBef>
              <a:spcAft>
                <a:spcPts val="0"/>
              </a:spcAft>
              <a:buClr>
                <a:schemeClr val="dk2"/>
              </a:buClr>
              <a:buSzPts val="5000"/>
              <a:buChar char="○"/>
              <a:defRPr sz="5000">
                <a:solidFill>
                  <a:schemeClr val="dk2"/>
                </a:solidFill>
              </a:defRPr>
            </a:lvl8pPr>
            <a:lvl9pPr indent="-546100" lvl="8" marL="4114800">
              <a:lnSpc>
                <a:spcPct val="115000"/>
              </a:lnSpc>
              <a:spcBef>
                <a:spcPts val="0"/>
              </a:spcBef>
              <a:spcAft>
                <a:spcPts val="0"/>
              </a:spcAft>
              <a:buClr>
                <a:schemeClr val="dk2"/>
              </a:buClr>
              <a:buSzPts val="5000"/>
              <a:buChar char="■"/>
              <a:defRPr sz="5000">
                <a:solidFill>
                  <a:schemeClr val="dk2"/>
                </a:solidFill>
              </a:defRPr>
            </a:lvl9pPr>
          </a:lstStyle>
          <a:p/>
        </p:txBody>
      </p:sp>
      <p:sp>
        <p:nvSpPr>
          <p:cNvPr id="8" name="Google Shape;8;p1"/>
          <p:cNvSpPr txBox="1"/>
          <p:nvPr>
            <p:ph idx="12" type="sldNum"/>
          </p:nvPr>
        </p:nvSpPr>
        <p:spPr>
          <a:xfrm>
            <a:off x="19813543" y="27448926"/>
            <a:ext cx="1283100" cy="2316900"/>
          </a:xfrm>
          <a:prstGeom prst="rect">
            <a:avLst/>
          </a:prstGeom>
          <a:noFill/>
          <a:ln>
            <a:noFill/>
          </a:ln>
        </p:spPr>
        <p:txBody>
          <a:bodyPr anchorCtr="0" anchor="ctr" bIns="328500" lIns="328500" spcFirstLastPara="1" rIns="328500" wrap="square" tIns="32850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3" name="Shape 53"/>
        <p:cNvGrpSpPr/>
        <p:nvPr/>
      </p:nvGrpSpPr>
      <p:grpSpPr>
        <a:xfrm>
          <a:off x="0" y="0"/>
          <a:ext cx="0" cy="0"/>
          <a:chOff x="0" y="0"/>
          <a:chExt cx="0" cy="0"/>
        </a:xfrm>
      </p:grpSpPr>
      <p:sp>
        <p:nvSpPr>
          <p:cNvPr id="54" name="Google Shape;54;p13"/>
          <p:cNvSpPr txBox="1"/>
          <p:nvPr/>
        </p:nvSpPr>
        <p:spPr>
          <a:xfrm>
            <a:off x="3834700" y="346675"/>
            <a:ext cx="14237100" cy="2312400"/>
          </a:xfrm>
          <a:prstGeom prst="rect">
            <a:avLst/>
          </a:prstGeom>
          <a:solidFill>
            <a:srgbClr val="9EC0D5"/>
          </a:solidFill>
          <a:ln>
            <a:noFill/>
          </a:ln>
        </p:spPr>
        <p:txBody>
          <a:bodyPr anchorCtr="0" anchor="t" bIns="38400" lIns="76825" spcFirstLastPara="1" rIns="76825" wrap="square" tIns="38400">
            <a:spAutoFit/>
          </a:bodyPr>
          <a:lstStyle/>
          <a:p>
            <a:pPr indent="0" lvl="0" marL="0" rtl="0" algn="ctr">
              <a:lnSpc>
                <a:spcPct val="115000"/>
              </a:lnSpc>
              <a:spcBef>
                <a:spcPts val="0"/>
              </a:spcBef>
              <a:spcAft>
                <a:spcPts val="0"/>
              </a:spcAft>
              <a:buSzPts val="1100"/>
              <a:buNone/>
            </a:pPr>
            <a:r>
              <a:rPr b="1" lang="tr" sz="4400">
                <a:solidFill>
                  <a:srgbClr val="000000"/>
                </a:solidFill>
                <a:latin typeface="Times New Roman"/>
                <a:ea typeface="Times New Roman"/>
                <a:cs typeface="Times New Roman"/>
                <a:sym typeface="Times New Roman"/>
              </a:rPr>
              <a:t>Teacher-Guided QR-DQN: Distillation, Preference</a:t>
            </a:r>
            <a:r>
              <a:rPr b="1" lang="tr" sz="4400">
                <a:latin typeface="Times New Roman"/>
                <a:ea typeface="Times New Roman"/>
                <a:cs typeface="Times New Roman"/>
                <a:sym typeface="Times New Roman"/>
              </a:rPr>
              <a:t> Relabeling</a:t>
            </a:r>
            <a:r>
              <a:rPr b="1" lang="tr" sz="4400">
                <a:solidFill>
                  <a:srgbClr val="000000"/>
                </a:solidFill>
                <a:latin typeface="Times New Roman"/>
                <a:ea typeface="Times New Roman"/>
                <a:cs typeface="Times New Roman"/>
                <a:sym typeface="Times New Roman"/>
              </a:rPr>
              <a:t> and</a:t>
            </a:r>
            <a:r>
              <a:rPr b="1" lang="tr" sz="4400">
                <a:latin typeface="Times New Roman"/>
                <a:ea typeface="Times New Roman"/>
                <a:cs typeface="Times New Roman"/>
                <a:sym typeface="Times New Roman"/>
              </a:rPr>
              <a:t> </a:t>
            </a:r>
            <a:r>
              <a:rPr b="1" lang="tr" sz="4400">
                <a:solidFill>
                  <a:srgbClr val="000000"/>
                </a:solidFill>
                <a:latin typeface="Times New Roman"/>
                <a:ea typeface="Times New Roman"/>
                <a:cs typeface="Times New Roman"/>
                <a:sym typeface="Times New Roman"/>
              </a:rPr>
              <a:t>Behaviour Cloning</a:t>
            </a:r>
            <a:endParaRPr b="1" sz="4400">
              <a:solidFill>
                <a:srgbClr val="000000"/>
              </a:solidFill>
              <a:latin typeface="Times New Roman"/>
              <a:ea typeface="Times New Roman"/>
              <a:cs typeface="Times New Roman"/>
              <a:sym typeface="Times New Roman"/>
            </a:endParaRPr>
          </a:p>
          <a:p>
            <a:pPr indent="0" lvl="0" marL="0" rtl="0" algn="ctr">
              <a:lnSpc>
                <a:spcPct val="115000"/>
              </a:lnSpc>
              <a:spcBef>
                <a:spcPts val="0"/>
              </a:spcBef>
              <a:spcAft>
                <a:spcPts val="0"/>
              </a:spcAft>
              <a:buSzPts val="1100"/>
              <a:buNone/>
            </a:pPr>
            <a:r>
              <a:t/>
            </a:r>
            <a:endParaRPr b="1" sz="4400">
              <a:latin typeface="Times New Roman"/>
              <a:ea typeface="Times New Roman"/>
              <a:cs typeface="Times New Roman"/>
              <a:sym typeface="Times New Roman"/>
            </a:endParaRPr>
          </a:p>
        </p:txBody>
      </p:sp>
      <p:sp>
        <p:nvSpPr>
          <p:cNvPr id="55" name="Google Shape;55;p13"/>
          <p:cNvSpPr txBox="1"/>
          <p:nvPr/>
        </p:nvSpPr>
        <p:spPr>
          <a:xfrm>
            <a:off x="484039" y="4144546"/>
            <a:ext cx="20415900" cy="539400"/>
          </a:xfrm>
          <a:prstGeom prst="rect">
            <a:avLst/>
          </a:prstGeom>
          <a:solidFill>
            <a:srgbClr val="9EC0D5"/>
          </a:solidFill>
          <a:ln>
            <a:noFill/>
          </a:ln>
        </p:spPr>
        <p:txBody>
          <a:bodyPr anchorCtr="0" anchor="t" bIns="38400" lIns="76825" spcFirstLastPara="1" rIns="76825" wrap="square" tIns="38400">
            <a:spAutoFit/>
          </a:bodyPr>
          <a:lstStyle/>
          <a:p>
            <a:pPr indent="0" lvl="0" marL="0" marR="0" rtl="0" algn="ctr">
              <a:spcBef>
                <a:spcPts val="0"/>
              </a:spcBef>
              <a:spcAft>
                <a:spcPts val="0"/>
              </a:spcAft>
              <a:buNone/>
            </a:pPr>
            <a:r>
              <a:rPr b="1" lang="tr" sz="3000">
                <a:solidFill>
                  <a:srgbClr val="000000"/>
                </a:solidFill>
                <a:latin typeface="Times New Roman"/>
                <a:ea typeface="Times New Roman"/>
                <a:cs typeface="Times New Roman"/>
                <a:sym typeface="Times New Roman"/>
              </a:rPr>
              <a:t>Abstract</a:t>
            </a:r>
            <a:endParaRPr b="1" sz="3000">
              <a:solidFill>
                <a:srgbClr val="000000"/>
              </a:solidFill>
              <a:latin typeface="Times New Roman"/>
              <a:ea typeface="Times New Roman"/>
              <a:cs typeface="Times New Roman"/>
              <a:sym typeface="Times New Roman"/>
            </a:endParaRPr>
          </a:p>
        </p:txBody>
      </p:sp>
      <p:sp>
        <p:nvSpPr>
          <p:cNvPr id="56" name="Google Shape;56;p13"/>
          <p:cNvSpPr txBox="1"/>
          <p:nvPr/>
        </p:nvSpPr>
        <p:spPr>
          <a:xfrm>
            <a:off x="484050" y="4683950"/>
            <a:ext cx="20415900" cy="18336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tr" sz="2400">
                <a:solidFill>
                  <a:schemeClr val="dk2"/>
                </a:solidFill>
              </a:rPr>
              <a:t>This thesis introduces a teacher-guided reinforcement learning approach that combines policy distillation, preference-based reward relabelling, and behaviour cloning to improve sample efficiency. A strong QR-DQN teacher is trained once and used to supervise a compact student agent. By distilling its decisions, training a reward model from ranked trajectories, and encouraging imitation of high-reward actions, the student achieves high performance with far fewer interactions.</a:t>
            </a:r>
            <a:endParaRPr sz="2400">
              <a:solidFill>
                <a:schemeClr val="dk2"/>
              </a:solidFill>
            </a:endParaRPr>
          </a:p>
        </p:txBody>
      </p:sp>
      <p:sp>
        <p:nvSpPr>
          <p:cNvPr id="57" name="Google Shape;57;p13"/>
          <p:cNvSpPr txBox="1"/>
          <p:nvPr/>
        </p:nvSpPr>
        <p:spPr>
          <a:xfrm>
            <a:off x="484064" y="6678010"/>
            <a:ext cx="9920700" cy="539400"/>
          </a:xfrm>
          <a:prstGeom prst="rect">
            <a:avLst/>
          </a:prstGeom>
          <a:solidFill>
            <a:srgbClr val="9EC0D5"/>
          </a:solidFill>
          <a:ln>
            <a:noFill/>
          </a:ln>
        </p:spPr>
        <p:txBody>
          <a:bodyPr anchorCtr="0" anchor="t" bIns="38400" lIns="76825" spcFirstLastPara="1" rIns="76825" wrap="square" tIns="38400">
            <a:spAutoFit/>
          </a:bodyPr>
          <a:lstStyle/>
          <a:p>
            <a:pPr indent="0" lvl="0" marL="0" marR="0" rtl="0" algn="ctr">
              <a:spcBef>
                <a:spcPts val="0"/>
              </a:spcBef>
              <a:spcAft>
                <a:spcPts val="0"/>
              </a:spcAft>
              <a:buNone/>
            </a:pPr>
            <a:r>
              <a:rPr b="1" lang="tr" sz="3000">
                <a:solidFill>
                  <a:srgbClr val="000000"/>
                </a:solidFill>
                <a:latin typeface="Times New Roman"/>
                <a:ea typeface="Times New Roman"/>
                <a:cs typeface="Times New Roman"/>
                <a:sym typeface="Times New Roman"/>
              </a:rPr>
              <a:t>Introduction </a:t>
            </a:r>
            <a:endParaRPr sz="1200"/>
          </a:p>
        </p:txBody>
      </p:sp>
      <p:sp>
        <p:nvSpPr>
          <p:cNvPr id="58" name="Google Shape;58;p13"/>
          <p:cNvSpPr txBox="1"/>
          <p:nvPr/>
        </p:nvSpPr>
        <p:spPr>
          <a:xfrm>
            <a:off x="484075" y="7377850"/>
            <a:ext cx="9920700" cy="87048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tr" sz="2400">
                <a:solidFill>
                  <a:schemeClr val="dk2"/>
                </a:solidFill>
              </a:rPr>
              <a:t>Reinforcement learning allows agents to learn through trial and error, but its success often comes at the cost of extensive interaction data, limiting its feasibility in real-world settings. One promising solution is teacher-guided learning, where a pre-trained expert accelerates the training of a smaller, more efficient student agent. This work introduces a framework that combines three complementary strategies: policy distillation, which transfers the teacher’s action preferences to the student; preference-based reward relabeling, which transforms sparse feedback into a dense reward signal based on ranked trajectories; and behaviour cloning, which regularizes the student’s updates using high-value actions from the teacher. These methods are unified within a Quantile Regression DQN (QR-DQN) architecture, which models the full distribution of future returns to improve learning precision and uncertainty estimation. </a:t>
            </a:r>
            <a:r>
              <a:rPr b="1" lang="tr" sz="2400">
                <a:solidFill>
                  <a:schemeClr val="dk2"/>
                </a:solidFill>
              </a:rPr>
              <a:t>This study investigates how the combined use of these guidance strategies affects the sample efficiency, learning stability, and overall performance of the student, asking: </a:t>
            </a:r>
            <a:r>
              <a:rPr b="1" i="1" lang="tr" sz="2400">
                <a:solidFill>
                  <a:schemeClr val="dk2"/>
                </a:solidFill>
              </a:rPr>
              <a:t>To what extent can policy distillation, preference-based reward relabeling, and behaviour cloning—when integrated into a distributional RL pipeline—jointly enhance the learning capabilities of a compact QR-DQN agent?</a:t>
            </a:r>
            <a:endParaRPr b="1" sz="2400">
              <a:solidFill>
                <a:schemeClr val="dk2"/>
              </a:solidFill>
            </a:endParaRPr>
          </a:p>
        </p:txBody>
      </p:sp>
      <p:sp>
        <p:nvSpPr>
          <p:cNvPr id="59" name="Google Shape;59;p13"/>
          <p:cNvSpPr txBox="1"/>
          <p:nvPr/>
        </p:nvSpPr>
        <p:spPr>
          <a:xfrm>
            <a:off x="10979250" y="6678010"/>
            <a:ext cx="9920700" cy="539400"/>
          </a:xfrm>
          <a:prstGeom prst="rect">
            <a:avLst/>
          </a:prstGeom>
          <a:solidFill>
            <a:srgbClr val="9EC0D5"/>
          </a:solidFill>
          <a:ln>
            <a:noFill/>
          </a:ln>
        </p:spPr>
        <p:txBody>
          <a:bodyPr anchorCtr="0" anchor="t" bIns="38400" lIns="76825" spcFirstLastPara="1" rIns="76825" wrap="square" tIns="38400">
            <a:spAutoFit/>
          </a:bodyPr>
          <a:lstStyle/>
          <a:p>
            <a:pPr indent="0" lvl="0" marL="0" marR="0" rtl="0" algn="ctr">
              <a:spcBef>
                <a:spcPts val="0"/>
              </a:spcBef>
              <a:spcAft>
                <a:spcPts val="0"/>
              </a:spcAft>
              <a:buNone/>
            </a:pPr>
            <a:r>
              <a:rPr b="1" lang="tr" sz="3000">
                <a:latin typeface="Times New Roman"/>
                <a:ea typeface="Times New Roman"/>
                <a:cs typeface="Times New Roman"/>
                <a:sym typeface="Times New Roman"/>
              </a:rPr>
              <a:t>Results</a:t>
            </a:r>
            <a:r>
              <a:rPr b="1" lang="tr" sz="3000">
                <a:solidFill>
                  <a:srgbClr val="000000"/>
                </a:solidFill>
                <a:latin typeface="Times New Roman"/>
                <a:ea typeface="Times New Roman"/>
                <a:cs typeface="Times New Roman"/>
                <a:sym typeface="Times New Roman"/>
              </a:rPr>
              <a:t> </a:t>
            </a:r>
            <a:endParaRPr sz="1200"/>
          </a:p>
        </p:txBody>
      </p:sp>
      <p:sp>
        <p:nvSpPr>
          <p:cNvPr id="60" name="Google Shape;60;p13"/>
          <p:cNvSpPr txBox="1"/>
          <p:nvPr/>
        </p:nvSpPr>
        <p:spPr>
          <a:xfrm>
            <a:off x="10979250" y="7377850"/>
            <a:ext cx="9920700" cy="14127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r" sz="2400">
                <a:solidFill>
                  <a:schemeClr val="dk2"/>
                </a:solidFill>
              </a:rPr>
              <a:t>All teacher-guided methods</a:t>
            </a:r>
            <a:r>
              <a:rPr lang="tr" sz="2400">
                <a:solidFill>
                  <a:schemeClr val="dk2"/>
                </a:solidFill>
              </a:rPr>
              <a:t> improved both sample efficiency and final performance over training from scratch.</a:t>
            </a:r>
            <a:endParaRPr sz="2400">
              <a:solidFill>
                <a:schemeClr val="dk2"/>
              </a:solidFill>
            </a:endParaRPr>
          </a:p>
          <a:p>
            <a:pPr indent="0" lvl="0" marL="0" rtl="0" algn="l">
              <a:lnSpc>
                <a:spcPct val="115000"/>
              </a:lnSpc>
              <a:spcBef>
                <a:spcPts val="0"/>
              </a:spcBef>
              <a:spcAft>
                <a:spcPts val="0"/>
              </a:spcAft>
              <a:buNone/>
            </a:pPr>
            <a:r>
              <a:rPr b="1" lang="tr" sz="2400">
                <a:solidFill>
                  <a:schemeClr val="dk2"/>
                </a:solidFill>
              </a:rPr>
              <a:t>Policy distillation</a:t>
            </a:r>
            <a:r>
              <a:rPr lang="tr" sz="2400">
                <a:solidFill>
                  <a:schemeClr val="dk2"/>
                </a:solidFill>
              </a:rPr>
              <a:t> consistently accelerated early learning across all temperature values, with the best results at </a:t>
            </a:r>
            <a:r>
              <a:rPr b="1" lang="tr" sz="2400">
                <a:solidFill>
                  <a:schemeClr val="dk2"/>
                </a:solidFill>
              </a:rPr>
              <a:t>T = 0.1</a:t>
            </a:r>
            <a:r>
              <a:rPr lang="tr" sz="2400">
                <a:solidFill>
                  <a:schemeClr val="dk2"/>
                </a:solidFill>
              </a:rPr>
              <a:t>(see Figure A).</a:t>
            </a:r>
            <a:endParaRPr sz="2400">
              <a:solidFill>
                <a:schemeClr val="dk2"/>
              </a:solidFill>
            </a:endParaRPr>
          </a:p>
          <a:p>
            <a:pPr indent="0" lvl="0" marL="0" rtl="0" algn="l">
              <a:lnSpc>
                <a:spcPct val="115000"/>
              </a:lnSpc>
              <a:spcBef>
                <a:spcPts val="0"/>
              </a:spcBef>
              <a:spcAft>
                <a:spcPts val="0"/>
              </a:spcAft>
              <a:buNone/>
            </a:pPr>
            <a:r>
              <a:rPr b="1" lang="tr" sz="2400">
                <a:solidFill>
                  <a:schemeClr val="dk2"/>
                </a:solidFill>
              </a:rPr>
              <a:t>Behavior cloning</a:t>
            </a:r>
            <a:r>
              <a:rPr lang="tr" sz="2400">
                <a:solidFill>
                  <a:schemeClr val="dk2"/>
                </a:solidFill>
              </a:rPr>
              <a:t> enhanced convergence, especially when using a low loss coefficient (</a:t>
            </a:r>
            <a:r>
              <a:rPr b="1" lang="tr" sz="2400">
                <a:solidFill>
                  <a:schemeClr val="dk2"/>
                </a:solidFill>
              </a:rPr>
              <a:t>λ = 0.1</a:t>
            </a:r>
            <a:r>
              <a:rPr lang="tr" sz="2400">
                <a:solidFill>
                  <a:schemeClr val="dk2"/>
                </a:solidFill>
              </a:rPr>
              <a:t>), helping the student imitate without sacrificing exploration (see Figure B).</a:t>
            </a:r>
            <a:endParaRPr sz="2400">
              <a:solidFill>
                <a:schemeClr val="dk2"/>
              </a:solidFill>
            </a:endParaRPr>
          </a:p>
          <a:p>
            <a:pPr indent="0" lvl="0" marL="0" rtl="0" algn="l">
              <a:lnSpc>
                <a:spcPct val="115000"/>
              </a:lnSpc>
              <a:spcBef>
                <a:spcPts val="0"/>
              </a:spcBef>
              <a:spcAft>
                <a:spcPts val="0"/>
              </a:spcAft>
              <a:buNone/>
            </a:pPr>
            <a:r>
              <a:rPr b="1" lang="tr" sz="2400">
                <a:solidFill>
                  <a:schemeClr val="dk2"/>
                </a:solidFill>
              </a:rPr>
              <a:t>Preference-based reward relabeling</a:t>
            </a:r>
            <a:r>
              <a:rPr lang="tr" sz="2400">
                <a:solidFill>
                  <a:schemeClr val="dk2"/>
                </a:solidFill>
              </a:rPr>
              <a:t> proved effective, as increasing preference labels led to denser and more useful reward signals, improving learning speed (see Figure C).</a:t>
            </a:r>
            <a:endParaRPr sz="2400">
              <a:solidFill>
                <a:schemeClr val="dk2"/>
              </a:solidFill>
            </a:endParaRPr>
          </a:p>
          <a:p>
            <a:pPr indent="0" lvl="0" marL="0" rtl="0" algn="l">
              <a:lnSpc>
                <a:spcPct val="115000"/>
              </a:lnSpc>
              <a:spcBef>
                <a:spcPts val="0"/>
              </a:spcBef>
              <a:spcAft>
                <a:spcPts val="0"/>
              </a:spcAft>
              <a:buNone/>
            </a:pPr>
            <a:r>
              <a:rPr b="1" lang="tr" sz="2400">
                <a:solidFill>
                  <a:schemeClr val="dk2"/>
                </a:solidFill>
              </a:rPr>
              <a:t>Combining all strategies</a:t>
            </a:r>
            <a:r>
              <a:rPr lang="tr" sz="2400">
                <a:solidFill>
                  <a:schemeClr val="dk2"/>
                </a:solidFill>
              </a:rPr>
              <a:t>—distillation, preferences, and cloning—resulted in the </a:t>
            </a:r>
            <a:r>
              <a:rPr b="1" lang="tr" sz="2400">
                <a:solidFill>
                  <a:schemeClr val="dk2"/>
                </a:solidFill>
              </a:rPr>
              <a:t>best overall performance</a:t>
            </a:r>
            <a:r>
              <a:rPr lang="tr" sz="2400">
                <a:solidFill>
                  <a:schemeClr val="dk2"/>
                </a:solidFill>
              </a:rPr>
              <a:t>, significantly outperforming all individual methods (see Figure D).</a:t>
            </a:r>
            <a:endParaRPr sz="2400">
              <a:solidFill>
                <a:schemeClr val="dk2"/>
              </a:solidFill>
            </a:endParaRPr>
          </a:p>
          <a:p>
            <a:pPr indent="0" lvl="0" marL="0" rtl="0" algn="l">
              <a:lnSpc>
                <a:spcPct val="115000"/>
              </a:lnSpc>
              <a:spcBef>
                <a:spcPts val="0"/>
              </a:spcBef>
              <a:spcAft>
                <a:spcPts val="0"/>
              </a:spcAft>
              <a:buNone/>
            </a:pPr>
            <a:r>
              <a:rPr lang="tr" sz="2400">
                <a:solidFill>
                  <a:schemeClr val="dk2"/>
                </a:solidFill>
              </a:rPr>
              <a:t>These results highlight a </a:t>
            </a:r>
            <a:r>
              <a:rPr b="1" lang="tr" sz="2400">
                <a:solidFill>
                  <a:schemeClr val="dk2"/>
                </a:solidFill>
              </a:rPr>
              <a:t>strong synergy</a:t>
            </a:r>
            <a:r>
              <a:rPr lang="tr" sz="2400">
                <a:solidFill>
                  <a:schemeClr val="dk2"/>
                </a:solidFill>
              </a:rPr>
              <a:t> when multiple forms of teacher guidance are used together</a:t>
            </a:r>
            <a:r>
              <a:rPr b="1" lang="tr" sz="2400">
                <a:solidFill>
                  <a:schemeClr val="dk2"/>
                </a:solidFill>
              </a:rPr>
              <a:t> </a:t>
            </a:r>
            <a:r>
              <a:rPr lang="tr" sz="2400">
                <a:solidFill>
                  <a:schemeClr val="dk2"/>
                </a:solidFill>
              </a:rPr>
              <a:t>and</a:t>
            </a:r>
            <a:r>
              <a:rPr b="1" lang="tr" sz="2400">
                <a:solidFill>
                  <a:schemeClr val="dk2"/>
                </a:solidFill>
              </a:rPr>
              <a:t> affirm that combining teacher-guided strategies leads to more stable, efficient, and high-performing student policies than any individual method alone.</a:t>
            </a:r>
            <a:endParaRPr b="1" sz="2400">
              <a:solidFill>
                <a:schemeClr val="dk2"/>
              </a:solidFill>
            </a:endParaRPr>
          </a:p>
          <a:p>
            <a:pPr indent="0" lvl="0" marL="0" rtl="0" algn="just">
              <a:lnSpc>
                <a:spcPct val="115000"/>
              </a:lnSpc>
              <a:spcBef>
                <a:spcPts val="1200"/>
              </a:spcBef>
              <a:spcAft>
                <a:spcPts val="0"/>
              </a:spcAft>
              <a:buClr>
                <a:schemeClr val="dk1"/>
              </a:buClr>
              <a:buSzPts val="1100"/>
              <a:buFont typeface="Arial"/>
              <a:buNone/>
            </a:pPr>
            <a:r>
              <a:t/>
            </a:r>
            <a:endParaRPr sz="2400">
              <a:solidFill>
                <a:schemeClr val="dk2"/>
              </a:solidFill>
            </a:endParaRPr>
          </a:p>
          <a:p>
            <a:pPr indent="0" lvl="0" marL="0" rtl="0" algn="l">
              <a:spcBef>
                <a:spcPts val="1200"/>
              </a:spcBef>
              <a:spcAft>
                <a:spcPts val="0"/>
              </a:spcAft>
              <a:buNone/>
            </a:pPr>
            <a:r>
              <a:t/>
            </a:r>
            <a:endParaRPr sz="2400">
              <a:solidFill>
                <a:schemeClr val="dk2"/>
              </a:solidFill>
            </a:endParaRPr>
          </a:p>
        </p:txBody>
      </p:sp>
      <p:sp>
        <p:nvSpPr>
          <p:cNvPr id="61" name="Google Shape;61;p13"/>
          <p:cNvSpPr txBox="1"/>
          <p:nvPr/>
        </p:nvSpPr>
        <p:spPr>
          <a:xfrm>
            <a:off x="484071" y="16243100"/>
            <a:ext cx="9920700" cy="539400"/>
          </a:xfrm>
          <a:prstGeom prst="rect">
            <a:avLst/>
          </a:prstGeom>
          <a:solidFill>
            <a:srgbClr val="9EC0D5"/>
          </a:solidFill>
          <a:ln>
            <a:noFill/>
          </a:ln>
        </p:spPr>
        <p:txBody>
          <a:bodyPr anchorCtr="0" anchor="t" bIns="38400" lIns="76825" spcFirstLastPara="1" rIns="76825" wrap="square" tIns="38400">
            <a:spAutoFit/>
          </a:bodyPr>
          <a:lstStyle/>
          <a:p>
            <a:pPr indent="0" lvl="0" marL="0" marR="0" rtl="0" algn="ctr">
              <a:spcBef>
                <a:spcPts val="0"/>
              </a:spcBef>
              <a:spcAft>
                <a:spcPts val="0"/>
              </a:spcAft>
              <a:buNone/>
            </a:pPr>
            <a:r>
              <a:rPr b="1" lang="tr" sz="3000">
                <a:solidFill>
                  <a:srgbClr val="000000"/>
                </a:solidFill>
                <a:latin typeface="Times New Roman"/>
                <a:ea typeface="Times New Roman"/>
                <a:cs typeface="Times New Roman"/>
                <a:sym typeface="Times New Roman"/>
              </a:rPr>
              <a:t>Materials &amp; Methods </a:t>
            </a:r>
            <a:endParaRPr sz="1200"/>
          </a:p>
        </p:txBody>
      </p:sp>
      <p:sp>
        <p:nvSpPr>
          <p:cNvPr id="62" name="Google Shape;62;p13"/>
          <p:cNvSpPr txBox="1"/>
          <p:nvPr/>
        </p:nvSpPr>
        <p:spPr>
          <a:xfrm>
            <a:off x="484088" y="16942950"/>
            <a:ext cx="9920700" cy="125043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tr" sz="2400">
                <a:solidFill>
                  <a:schemeClr val="dk2"/>
                </a:solidFill>
              </a:rPr>
              <a:t>This thesis examines four student agent variants trained with varying degrees of teacher supervision in the CartPole-v1 environment. As shown in the diagram, the process begins by training a high-capacity QR-DQN teacher on 200,000 steps. The student agents—smaller QR-DQN models—learn either from scratch or with guidance. In the policy distillation phase (Figure B), the student aligns its outputs with the teacher’s using KL divergence over stored states. In reward relabeling (Figure D, the sparse environment rewards are replaced with dense signals from a reward model trained on ranked teacher trajectories. Lastly, in behavior cloning (Figure C), transitions with high rewards are stored and reused to guide the student toward teacher-like actions through cross-entropy loss.</a:t>
            </a:r>
            <a:endParaRPr sz="2400">
              <a:solidFill>
                <a:schemeClr val="dk2"/>
              </a:solidFill>
            </a:endParaRPr>
          </a:p>
          <a:p>
            <a:pPr indent="0" lvl="0" marL="0" rtl="0" algn="just">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None/>
            </a:pPr>
            <a:r>
              <a:t/>
            </a:r>
            <a:endParaRPr sz="2400">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sz="2400">
              <a:solidFill>
                <a:schemeClr val="dk2"/>
              </a:solidFill>
            </a:endParaRPr>
          </a:p>
          <a:p>
            <a:pPr indent="0" lvl="0" marL="0" rtl="0" algn="l">
              <a:spcBef>
                <a:spcPts val="1200"/>
              </a:spcBef>
              <a:spcAft>
                <a:spcPts val="0"/>
              </a:spcAft>
              <a:buNone/>
            </a:pPr>
            <a:r>
              <a:t/>
            </a:r>
            <a:endParaRPr sz="2400">
              <a:solidFill>
                <a:schemeClr val="dk2"/>
              </a:solidFill>
            </a:endParaRPr>
          </a:p>
        </p:txBody>
      </p:sp>
      <p:pic>
        <p:nvPicPr>
          <p:cNvPr id="63" name="Google Shape;63;p13" title="Panel_Figure.png"/>
          <p:cNvPicPr preferRelativeResize="0"/>
          <p:nvPr/>
        </p:nvPicPr>
        <p:blipFill>
          <a:blip r:embed="rId3">
            <a:alphaModFix/>
          </a:blip>
          <a:stretch>
            <a:fillRect/>
          </a:stretch>
        </p:blipFill>
        <p:spPr>
          <a:xfrm>
            <a:off x="11215650" y="15746350"/>
            <a:ext cx="9684301" cy="5282051"/>
          </a:xfrm>
          <a:prstGeom prst="rect">
            <a:avLst/>
          </a:prstGeom>
          <a:noFill/>
          <a:ln>
            <a:noFill/>
          </a:ln>
          <a:effectLst>
            <a:outerShdw blurRad="57150" rotWithShape="0" algn="bl" dir="5400000" dist="19050">
              <a:srgbClr val="000000">
                <a:alpha val="50000"/>
              </a:srgbClr>
            </a:outerShdw>
          </a:effectLst>
        </p:spPr>
      </p:pic>
      <p:sp>
        <p:nvSpPr>
          <p:cNvPr id="64" name="Google Shape;64;p13"/>
          <p:cNvSpPr txBox="1"/>
          <p:nvPr/>
        </p:nvSpPr>
        <p:spPr>
          <a:xfrm>
            <a:off x="3834700" y="2853950"/>
            <a:ext cx="14237100" cy="1290600"/>
          </a:xfrm>
          <a:prstGeom prst="rect">
            <a:avLst/>
          </a:prstGeom>
          <a:solidFill>
            <a:schemeClr val="lt1"/>
          </a:solidFill>
          <a:ln>
            <a:noFill/>
          </a:ln>
        </p:spPr>
        <p:txBody>
          <a:bodyPr anchorCtr="0" anchor="t" bIns="91425" lIns="91425" spcFirstLastPara="1" rIns="91425" wrap="square" tIns="91425">
            <a:noAutofit/>
          </a:bodyPr>
          <a:lstStyle/>
          <a:p>
            <a:pPr indent="457200" lvl="0" marL="4572000" rtl="0" algn="l">
              <a:spcBef>
                <a:spcPts val="0"/>
              </a:spcBef>
              <a:spcAft>
                <a:spcPts val="0"/>
              </a:spcAft>
              <a:buNone/>
            </a:pPr>
            <a:r>
              <a:rPr lang="tr" sz="4400">
                <a:solidFill>
                  <a:schemeClr val="dk2"/>
                </a:solidFill>
              </a:rPr>
              <a:t>   Doruk Akay </a:t>
            </a:r>
            <a:endParaRPr sz="4400">
              <a:solidFill>
                <a:schemeClr val="dk2"/>
              </a:solidFill>
            </a:endParaRPr>
          </a:p>
          <a:p>
            <a:pPr indent="457200" lvl="0" marL="3657600" rtl="0" algn="l">
              <a:spcBef>
                <a:spcPts val="0"/>
              </a:spcBef>
              <a:spcAft>
                <a:spcPts val="0"/>
              </a:spcAft>
              <a:buNone/>
            </a:pPr>
            <a:r>
              <a:rPr b="1" lang="tr" sz="3000">
                <a:solidFill>
                  <a:schemeClr val="dk2"/>
                </a:solidFill>
                <a:latin typeface="Times New Roman"/>
                <a:ea typeface="Times New Roman"/>
                <a:cs typeface="Times New Roman"/>
                <a:sym typeface="Times New Roman"/>
              </a:rPr>
              <a:t>Bachelor Thesis - Vrije university</a:t>
            </a:r>
            <a:endParaRPr sz="3000">
              <a:solidFill>
                <a:schemeClr val="dk2"/>
              </a:solidFill>
            </a:endParaRPr>
          </a:p>
        </p:txBody>
      </p:sp>
      <p:sp>
        <p:nvSpPr>
          <p:cNvPr id="65" name="Google Shape;65;p13"/>
          <p:cNvSpPr txBox="1"/>
          <p:nvPr/>
        </p:nvSpPr>
        <p:spPr>
          <a:xfrm>
            <a:off x="10979250" y="21752775"/>
            <a:ext cx="9920700" cy="539400"/>
          </a:xfrm>
          <a:prstGeom prst="rect">
            <a:avLst/>
          </a:prstGeom>
          <a:solidFill>
            <a:srgbClr val="9EC0D5"/>
          </a:solidFill>
          <a:ln>
            <a:noFill/>
          </a:ln>
        </p:spPr>
        <p:txBody>
          <a:bodyPr anchorCtr="0" anchor="t" bIns="38400" lIns="76825" spcFirstLastPara="1" rIns="76825" wrap="square" tIns="38400">
            <a:spAutoFit/>
          </a:bodyPr>
          <a:lstStyle/>
          <a:p>
            <a:pPr indent="0" lvl="0" marL="0" marR="0" rtl="0" algn="ctr">
              <a:spcBef>
                <a:spcPts val="0"/>
              </a:spcBef>
              <a:spcAft>
                <a:spcPts val="0"/>
              </a:spcAft>
              <a:buNone/>
            </a:pPr>
            <a:r>
              <a:rPr b="1" lang="tr" sz="3000">
                <a:latin typeface="Times New Roman"/>
                <a:ea typeface="Times New Roman"/>
                <a:cs typeface="Times New Roman"/>
                <a:sym typeface="Times New Roman"/>
              </a:rPr>
              <a:t>Discussion &amp; Conclusion</a:t>
            </a:r>
            <a:r>
              <a:rPr b="1" lang="tr" sz="3000">
                <a:solidFill>
                  <a:srgbClr val="000000"/>
                </a:solidFill>
                <a:latin typeface="Times New Roman"/>
                <a:ea typeface="Times New Roman"/>
                <a:cs typeface="Times New Roman"/>
                <a:sym typeface="Times New Roman"/>
              </a:rPr>
              <a:t> </a:t>
            </a:r>
            <a:endParaRPr sz="1200"/>
          </a:p>
        </p:txBody>
      </p:sp>
      <p:sp>
        <p:nvSpPr>
          <p:cNvPr id="66" name="Google Shape;66;p13"/>
          <p:cNvSpPr txBox="1"/>
          <p:nvPr/>
        </p:nvSpPr>
        <p:spPr>
          <a:xfrm>
            <a:off x="10979250" y="22407226"/>
            <a:ext cx="9920700" cy="30591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tr" sz="2400">
                <a:solidFill>
                  <a:schemeClr val="dk2"/>
                </a:solidFill>
              </a:rPr>
              <a:t>The results confirm that each teacher-guidance method improves learning over standard reinforcement learning. Distillation offers strong priors, preference-based rewards overcome sparse feedback, and behaviour cloning accelerates action alignment. When combined, these strategies act </a:t>
            </a:r>
            <a:r>
              <a:rPr lang="tr" sz="2400">
                <a:solidFill>
                  <a:schemeClr val="dk2"/>
                </a:solidFill>
              </a:rPr>
              <a:t>complementarity</a:t>
            </a:r>
            <a:r>
              <a:rPr lang="tr" sz="2400">
                <a:solidFill>
                  <a:schemeClr val="dk2"/>
                </a:solidFill>
              </a:rPr>
              <a:t>—each solving a unique bottleneck. The tri-modal model achieves the highest average reward with the most sample-efficient learning curve, supporting the research question that such integration significantly enhances compact agent performance.</a:t>
            </a:r>
            <a:endParaRPr sz="2400">
              <a:solidFill>
                <a:schemeClr val="dk2"/>
              </a:solidFill>
            </a:endParaRPr>
          </a:p>
        </p:txBody>
      </p:sp>
      <p:sp>
        <p:nvSpPr>
          <p:cNvPr id="67" name="Google Shape;67;p13"/>
          <p:cNvSpPr txBox="1"/>
          <p:nvPr/>
        </p:nvSpPr>
        <p:spPr>
          <a:xfrm>
            <a:off x="10979250" y="25466329"/>
            <a:ext cx="9920700" cy="539400"/>
          </a:xfrm>
          <a:prstGeom prst="rect">
            <a:avLst/>
          </a:prstGeom>
          <a:solidFill>
            <a:srgbClr val="9EC0D5"/>
          </a:solidFill>
          <a:ln>
            <a:noFill/>
          </a:ln>
        </p:spPr>
        <p:txBody>
          <a:bodyPr anchorCtr="0" anchor="t" bIns="38400" lIns="76825" spcFirstLastPara="1" rIns="76825" wrap="square" tIns="38400">
            <a:spAutoFit/>
          </a:bodyPr>
          <a:lstStyle/>
          <a:p>
            <a:pPr indent="0" lvl="0" marL="0" marR="0" rtl="0" algn="ctr">
              <a:spcBef>
                <a:spcPts val="0"/>
              </a:spcBef>
              <a:spcAft>
                <a:spcPts val="0"/>
              </a:spcAft>
              <a:buNone/>
            </a:pPr>
            <a:r>
              <a:rPr b="1" lang="tr" sz="3000">
                <a:latin typeface="Times New Roman"/>
                <a:ea typeface="Times New Roman"/>
                <a:cs typeface="Times New Roman"/>
                <a:sym typeface="Times New Roman"/>
              </a:rPr>
              <a:t>References</a:t>
            </a:r>
            <a:endParaRPr sz="1200"/>
          </a:p>
        </p:txBody>
      </p:sp>
      <p:sp>
        <p:nvSpPr>
          <p:cNvPr id="68" name="Google Shape;68;p13"/>
          <p:cNvSpPr txBox="1"/>
          <p:nvPr/>
        </p:nvSpPr>
        <p:spPr>
          <a:xfrm>
            <a:off x="10979250" y="26098602"/>
            <a:ext cx="9920700" cy="4177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tr" sz="2300">
                <a:solidFill>
                  <a:schemeClr val="dk2"/>
                </a:solidFill>
              </a:rPr>
              <a:t>Mnih, V. et al. (2015). </a:t>
            </a:r>
            <a:r>
              <a:rPr i="1" lang="tr" sz="2300">
                <a:solidFill>
                  <a:schemeClr val="dk2"/>
                </a:solidFill>
              </a:rPr>
              <a:t>Human-level control through deep reinforcement learning.</a:t>
            </a:r>
            <a:r>
              <a:rPr lang="tr" sz="2300">
                <a:solidFill>
                  <a:schemeClr val="dk2"/>
                </a:solidFill>
              </a:rPr>
              <a:t> Nature, 518(7540), 529–533.https://doi.org/10.1038/nature14236</a:t>
            </a:r>
            <a:endParaRPr sz="23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tr" sz="2300">
                <a:solidFill>
                  <a:schemeClr val="dk2"/>
                </a:solidFill>
              </a:rPr>
              <a:t>Dabney, W. et al. (2018). </a:t>
            </a:r>
            <a:r>
              <a:rPr i="1" lang="tr" sz="2300">
                <a:solidFill>
                  <a:schemeClr val="dk2"/>
                </a:solidFill>
              </a:rPr>
              <a:t>Implicit quantile networks for distributional reinforcement learning.</a:t>
            </a:r>
            <a:r>
              <a:rPr lang="tr" sz="2300">
                <a:solidFill>
                  <a:schemeClr val="dk2"/>
                </a:solidFill>
              </a:rPr>
              <a:t> In ICML.</a:t>
            </a:r>
            <a:endParaRPr sz="23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tr" sz="2300">
                <a:solidFill>
                  <a:schemeClr val="dk2"/>
                </a:solidFill>
              </a:rPr>
              <a:t>Christiano, P. et al. (2017). </a:t>
            </a:r>
            <a:r>
              <a:rPr i="1" lang="tr" sz="2300">
                <a:solidFill>
                  <a:schemeClr val="dk2"/>
                </a:solidFill>
              </a:rPr>
              <a:t>Deep reinforcement learning from human preferences.</a:t>
            </a:r>
            <a:r>
              <a:rPr lang="tr" sz="2300">
                <a:solidFill>
                  <a:schemeClr val="dk2"/>
                </a:solidFill>
              </a:rPr>
              <a:t> In NeurIPS.</a:t>
            </a:r>
            <a:endParaRPr sz="23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tr" sz="2300">
                <a:solidFill>
                  <a:schemeClr val="dk2"/>
                </a:solidFill>
              </a:rPr>
              <a:t>Hinton, G. et al. (2015). </a:t>
            </a:r>
            <a:r>
              <a:rPr i="1" lang="tr" sz="2300">
                <a:solidFill>
                  <a:schemeClr val="dk2"/>
                </a:solidFill>
              </a:rPr>
              <a:t>Distilling the knowledge in a neural network.</a:t>
            </a:r>
            <a:r>
              <a:rPr lang="tr" sz="2300">
                <a:solidFill>
                  <a:schemeClr val="dk2"/>
                </a:solidFill>
              </a:rPr>
              <a:t> arXiv preprint arXiv:1503.02531.</a:t>
            </a:r>
            <a:endParaRPr sz="23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tr" sz="2300">
                <a:solidFill>
                  <a:schemeClr val="dk2"/>
                </a:solidFill>
              </a:rPr>
              <a:t>Oord, A. v. d. et al. (2018). </a:t>
            </a:r>
            <a:r>
              <a:rPr i="1" lang="tr" sz="2300">
                <a:solidFill>
                  <a:schemeClr val="dk2"/>
                </a:solidFill>
              </a:rPr>
              <a:t>Representation learning with contrastive predictive coding.</a:t>
            </a:r>
            <a:r>
              <a:rPr lang="tr" sz="2300">
                <a:solidFill>
                  <a:schemeClr val="dk2"/>
                </a:solidFill>
              </a:rPr>
              <a:t> arXiv preprint arXiv:1807.03748.</a:t>
            </a:r>
            <a:endParaRPr sz="2300">
              <a:solidFill>
                <a:schemeClr val="dk2"/>
              </a:solidFill>
            </a:endParaRPr>
          </a:p>
          <a:p>
            <a:pPr indent="0" lvl="0" marL="0" rtl="0" algn="l">
              <a:spcBef>
                <a:spcPts val="0"/>
              </a:spcBef>
              <a:spcAft>
                <a:spcPts val="0"/>
              </a:spcAft>
              <a:buNone/>
            </a:pPr>
            <a:r>
              <a:t/>
            </a:r>
            <a:endParaRPr sz="2400">
              <a:solidFill>
                <a:schemeClr val="dk2"/>
              </a:solidFill>
            </a:endParaRPr>
          </a:p>
        </p:txBody>
      </p:sp>
      <p:pic>
        <p:nvPicPr>
          <p:cNvPr id="69" name="Google Shape;69;p13" title="Environment (1).png"/>
          <p:cNvPicPr preferRelativeResize="0"/>
          <p:nvPr/>
        </p:nvPicPr>
        <p:blipFill rotWithShape="1">
          <a:blip r:embed="rId4">
            <a:alphaModFix/>
          </a:blip>
          <a:srcRect b="6226" l="21344" r="21646" t="6069"/>
          <a:stretch/>
        </p:blipFill>
        <p:spPr>
          <a:xfrm>
            <a:off x="1076750" y="17103575"/>
            <a:ext cx="8572502" cy="7185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